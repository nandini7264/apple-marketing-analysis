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3.xml" ContentType="application/vnd.openxmlformats-officedocument.them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6" r:id="rId1"/>
    <p:sldMasterId id="2147483706" r:id="rId2"/>
    <p:sldMasterId id="2147483712" r:id="rId3"/>
    <p:sldMasterId id="2147483724" r:id="rId4"/>
  </p:sldMasterIdLst>
  <p:notesMasterIdLst>
    <p:notesMasterId r:id="rId15"/>
  </p:notesMasterIdLst>
  <p:handoutMasterIdLst>
    <p:handoutMasterId r:id="rId16"/>
  </p:handoutMasterIdLst>
  <p:sldIdLst>
    <p:sldId id="446" r:id="rId5"/>
    <p:sldId id="447" r:id="rId6"/>
    <p:sldId id="449" r:id="rId7"/>
    <p:sldId id="427" r:id="rId8"/>
    <p:sldId id="434" r:id="rId9"/>
    <p:sldId id="443" r:id="rId10"/>
    <p:sldId id="433" r:id="rId11"/>
    <p:sldId id="452" r:id="rId12"/>
    <p:sldId id="426" r:id="rId13"/>
    <p:sldId id="445"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672" userDrawn="1">
          <p15:clr>
            <a:srgbClr val="A4A3A4"/>
          </p15:clr>
        </p15:guide>
        <p15:guide id="2" pos="288" userDrawn="1">
          <p15:clr>
            <a:srgbClr val="F26B43"/>
          </p15:clr>
        </p15:guide>
        <p15:guide id="3" orient="horz" pos="4056" userDrawn="1">
          <p15:clr>
            <a:srgbClr val="F26B43"/>
          </p15:clr>
        </p15:guide>
        <p15:guide id="4" orient="horz" pos="1488" userDrawn="1">
          <p15:clr>
            <a:srgbClr val="A4A3A4"/>
          </p15:clr>
        </p15:guide>
        <p15:guide id="5" pos="3816" userDrawn="1">
          <p15:clr>
            <a:srgbClr val="A4A3A4"/>
          </p15:clr>
        </p15:guide>
        <p15:guide id="6" pos="7416" userDrawn="1">
          <p15:clr>
            <a:srgbClr val="F26B43"/>
          </p15:clr>
        </p15:guide>
        <p15:guide id="7" orient="horz" pos="312" userDrawn="1">
          <p15:clr>
            <a:srgbClr val="F26B43"/>
          </p15:clr>
        </p15:guide>
        <p15:guide id="8" orient="horz" pos="2160" userDrawn="1">
          <p15:clr>
            <a:srgbClr val="A4A3A4"/>
          </p15:clr>
        </p15:guide>
        <p15:guide id="9" orient="horz" pos="2304"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Nandini More" initials="NM" lastIdx="1" clrIdx="0">
    <p:extLst>
      <p:ext uri="{19B8F6BF-5375-455C-9EA6-DF929625EA0E}">
        <p15:presenceInfo xmlns:p15="http://schemas.microsoft.com/office/powerpoint/2012/main" userId="fbedd86df96b8aca"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C5896"/>
    <a:srgbClr val="7C6560"/>
    <a:srgbClr val="29282D"/>
    <a:srgbClr val="E288B6"/>
    <a:srgbClr val="D75078"/>
    <a:srgbClr val="B38F6A"/>
    <a:srgbClr val="6667AB"/>
    <a:srgbClr val="BBBBBB"/>
    <a:srgbClr val="B9B9B9"/>
    <a:srgbClr val="85A0A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0" d="100"/>
          <a:sy n="80" d="100"/>
        </p:scale>
        <p:origin x="58" y="72"/>
      </p:cViewPr>
      <p:guideLst>
        <p:guide orient="horz" pos="3672"/>
        <p:guide pos="288"/>
        <p:guide orient="horz" pos="4056"/>
        <p:guide orient="horz" pos="1488"/>
        <p:guide pos="3816"/>
        <p:guide pos="7416"/>
        <p:guide orient="horz" pos="312"/>
        <p:guide orient="horz" pos="2160"/>
        <p:guide orient="horz" pos="2304"/>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2640" y="-6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slideMaster" Target="slideMasters/slideMaster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commentAuthors" Target="commentAuthors.xml"/><Relationship Id="rId2" Type="http://schemas.openxmlformats.org/officeDocument/2006/relationships/slideMaster" Target="slideMasters/slideMaster2.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B3440B4-626E-4F3C-BAEA-93BE989AF48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53A5570-8E4E-4AA9-B246-5A27A383B99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54A69E4-EFBB-4687-8058-A94EE1B5781B}" type="datetimeFigureOut">
              <a:rPr lang="en-US" smtClean="0"/>
              <a:t>11/17/2025</a:t>
            </a:fld>
            <a:endParaRPr lang="en-US" dirty="0"/>
          </a:p>
        </p:txBody>
      </p:sp>
      <p:sp>
        <p:nvSpPr>
          <p:cNvPr id="4" name="Footer Placeholder 3">
            <a:extLst>
              <a:ext uri="{FF2B5EF4-FFF2-40B4-BE49-F238E27FC236}">
                <a16:creationId xmlns:a16="http://schemas.microsoft.com/office/drawing/2014/main" id="{D50D364A-9468-466A-ACCD-ABB3762BE8B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CE9EF394-4AD6-48D1-9C4C-1B3D44BBF58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2004FE7-BA7C-4FF4-9756-C6A1F2BCA37F}" type="slidenum">
              <a:rPr lang="en-US" smtClean="0"/>
              <a:t>‹#›</a:t>
            </a:fld>
            <a:endParaRPr lang="en-US" dirty="0"/>
          </a:p>
        </p:txBody>
      </p:sp>
    </p:spTree>
    <p:extLst>
      <p:ext uri="{BB962C8B-B14F-4D97-AF65-F5344CB8AC3E}">
        <p14:creationId xmlns:p14="http://schemas.microsoft.com/office/powerpoint/2010/main" val="20977173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E546B2-EB9C-4E9C-8793-C25F32D58B9A}" type="datetimeFigureOut">
              <a:rPr lang="en-US" smtClean="0"/>
              <a:t>11/17/2025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B83F1C3-4FA3-4491-97F4-43CA9C8BDFDF}" type="slidenum">
              <a:rPr lang="en-US" smtClean="0"/>
              <a:t>‹#›</a:t>
            </a:fld>
            <a:endParaRPr lang="en-US" dirty="0"/>
          </a:p>
        </p:txBody>
      </p:sp>
    </p:spTree>
    <p:extLst>
      <p:ext uri="{BB962C8B-B14F-4D97-AF65-F5344CB8AC3E}">
        <p14:creationId xmlns:p14="http://schemas.microsoft.com/office/powerpoint/2010/main" val="37963469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83F1C3-4FA3-4491-97F4-43CA9C8BDFDF}" type="slidenum">
              <a:rPr lang="en-US" smtClean="0"/>
              <a:t>1</a:t>
            </a:fld>
            <a:endParaRPr lang="en-US" dirty="0"/>
          </a:p>
        </p:txBody>
      </p:sp>
    </p:spTree>
    <p:extLst>
      <p:ext uri="{BB962C8B-B14F-4D97-AF65-F5344CB8AC3E}">
        <p14:creationId xmlns:p14="http://schemas.microsoft.com/office/powerpoint/2010/main" val="36319560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83F1C3-4FA3-4491-97F4-43CA9C8BDFDF}" type="slidenum">
              <a:rPr lang="en-US" smtClean="0"/>
              <a:t>2</a:t>
            </a:fld>
            <a:endParaRPr lang="en-US" dirty="0"/>
          </a:p>
        </p:txBody>
      </p:sp>
    </p:spTree>
    <p:extLst>
      <p:ext uri="{BB962C8B-B14F-4D97-AF65-F5344CB8AC3E}">
        <p14:creationId xmlns:p14="http://schemas.microsoft.com/office/powerpoint/2010/main" val="27440805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83F1C3-4FA3-4491-97F4-43CA9C8BDFDF}" type="slidenum">
              <a:rPr lang="en-US" smtClean="0"/>
              <a:t>4</a:t>
            </a:fld>
            <a:endParaRPr lang="en-US" dirty="0"/>
          </a:p>
        </p:txBody>
      </p:sp>
    </p:spTree>
    <p:extLst>
      <p:ext uri="{BB962C8B-B14F-4D97-AF65-F5344CB8AC3E}">
        <p14:creationId xmlns:p14="http://schemas.microsoft.com/office/powerpoint/2010/main" val="16679217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83F1C3-4FA3-4491-97F4-43CA9C8BDFDF}" type="slidenum">
              <a:rPr lang="en-US" smtClean="0"/>
              <a:t>7</a:t>
            </a:fld>
            <a:endParaRPr lang="en-US" dirty="0"/>
          </a:p>
        </p:txBody>
      </p:sp>
    </p:spTree>
    <p:extLst>
      <p:ext uri="{BB962C8B-B14F-4D97-AF65-F5344CB8AC3E}">
        <p14:creationId xmlns:p14="http://schemas.microsoft.com/office/powerpoint/2010/main" val="40046007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DF9C7667-EADA-40AC-B931-4642E0A9A4DE}"/>
              </a:ext>
            </a:extLst>
          </p:cNvPr>
          <p:cNvSpPr>
            <a:spLocks noGrp="1"/>
          </p:cNvSpPr>
          <p:nvPr>
            <p:ph type="pic" sz="quarter" idx="13"/>
          </p:nvPr>
        </p:nvSpPr>
        <p:spPr>
          <a:xfrm>
            <a:off x="0" y="0"/>
            <a:ext cx="12192000" cy="6858000"/>
          </a:xfrm>
          <a:prstGeom prst="rect">
            <a:avLst/>
          </a:prstGeom>
          <a:solidFill>
            <a:schemeClr val="tx1">
              <a:lumMod val="65000"/>
              <a:lumOff val="35000"/>
            </a:schemeClr>
          </a:solidFill>
        </p:spPr>
        <p:txBody>
          <a:bodyPr anchor="ctr"/>
          <a:lstStyle>
            <a:lvl1pPr marL="0" indent="0" algn="ctr">
              <a:buNone/>
              <a:defRPr>
                <a:solidFill>
                  <a:schemeClr val="bg1"/>
                </a:solidFill>
              </a:defRPr>
            </a:lvl1pPr>
          </a:lstStyle>
          <a:p>
            <a:r>
              <a:rPr lang="en-US"/>
              <a:t>Click icon to add picture</a:t>
            </a:r>
            <a:endParaRPr lang="en-US" dirty="0"/>
          </a:p>
        </p:txBody>
      </p:sp>
      <p:sp>
        <p:nvSpPr>
          <p:cNvPr id="2" name="Title 1">
            <a:extLst>
              <a:ext uri="{FF2B5EF4-FFF2-40B4-BE49-F238E27FC236}">
                <a16:creationId xmlns:a16="http://schemas.microsoft.com/office/drawing/2014/main" id="{43379CA9-81D6-424A-8046-4B56E1D25059}"/>
              </a:ext>
            </a:extLst>
          </p:cNvPr>
          <p:cNvSpPr>
            <a:spLocks noGrp="1"/>
          </p:cNvSpPr>
          <p:nvPr>
            <p:ph type="title"/>
          </p:nvPr>
        </p:nvSpPr>
        <p:spPr>
          <a:xfrm>
            <a:off x="457200" y="4517136"/>
            <a:ext cx="6581554" cy="1371600"/>
          </a:xfrm>
        </p:spPr>
        <p:txBody>
          <a:bodyPr>
            <a:normAutofit/>
          </a:bodyPr>
          <a:lstStyle>
            <a:lvl1pPr>
              <a:lnSpc>
                <a:spcPts val="4600"/>
              </a:lnSpc>
              <a:defRPr sz="3600" cap="all"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6502427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tro">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DF9C7667-EADA-40AC-B931-4642E0A9A4DE}"/>
              </a:ext>
            </a:extLst>
          </p:cNvPr>
          <p:cNvSpPr>
            <a:spLocks noGrp="1"/>
          </p:cNvSpPr>
          <p:nvPr>
            <p:ph type="pic" sz="quarter" idx="13"/>
          </p:nvPr>
        </p:nvSpPr>
        <p:spPr>
          <a:xfrm>
            <a:off x="0" y="0"/>
            <a:ext cx="12192000" cy="6858000"/>
          </a:xfrm>
          <a:prstGeom prst="rect">
            <a:avLst/>
          </a:prstGeom>
          <a:solidFill>
            <a:schemeClr val="tx1">
              <a:lumMod val="50000"/>
              <a:lumOff val="50000"/>
            </a:schemeClr>
          </a:solidFill>
        </p:spPr>
        <p:txBody>
          <a:bodyPr anchor="ctr"/>
          <a:lstStyle>
            <a:lvl1pPr marL="0" indent="0">
              <a:buNone/>
              <a:defRPr>
                <a:solidFill>
                  <a:schemeClr val="bg1"/>
                </a:solidFill>
              </a:defRPr>
            </a:lvl1pPr>
          </a:lstStyle>
          <a:p>
            <a:r>
              <a:rPr lang="en-US"/>
              <a:t>Click icon to add picture</a:t>
            </a:r>
            <a:endParaRPr lang="en-US" dirty="0"/>
          </a:p>
        </p:txBody>
      </p:sp>
      <p:sp>
        <p:nvSpPr>
          <p:cNvPr id="2" name="Title 1">
            <a:extLst>
              <a:ext uri="{FF2B5EF4-FFF2-40B4-BE49-F238E27FC236}">
                <a16:creationId xmlns:a16="http://schemas.microsoft.com/office/drawing/2014/main" id="{43379CA9-81D6-424A-8046-4B56E1D25059}"/>
              </a:ext>
            </a:extLst>
          </p:cNvPr>
          <p:cNvSpPr>
            <a:spLocks noGrp="1"/>
          </p:cNvSpPr>
          <p:nvPr>
            <p:ph type="title"/>
          </p:nvPr>
        </p:nvSpPr>
        <p:spPr/>
        <p:txBody>
          <a:bodyPr/>
          <a:lstStyle>
            <a:lvl1pPr>
              <a:defRPr cap="all" baseline="0">
                <a:solidFill>
                  <a:schemeClr val="bg1"/>
                </a:solidFill>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2A60302F-65DB-4E93-B6C3-49E64C44FB53}"/>
              </a:ext>
            </a:extLst>
          </p:cNvPr>
          <p:cNvSpPr>
            <a:spLocks noGrp="1"/>
          </p:cNvSpPr>
          <p:nvPr>
            <p:ph type="body" sz="quarter" idx="14" hasCustomPrompt="1"/>
          </p:nvPr>
        </p:nvSpPr>
        <p:spPr>
          <a:xfrm>
            <a:off x="3429000" y="2240280"/>
            <a:ext cx="4645152" cy="4197096"/>
          </a:xfrm>
          <a:prstGeom prst="rect">
            <a:avLst/>
          </a:prstGeom>
        </p:spPr>
        <p:txBody>
          <a:bodyPr/>
          <a:lstStyle>
            <a:lvl1pPr marL="0" indent="0">
              <a:lnSpc>
                <a:spcPts val="2800"/>
              </a:lnSpc>
              <a:spcBef>
                <a:spcPts val="0"/>
              </a:spcBef>
              <a:buNone/>
              <a:defRPr sz="1800">
                <a:solidFill>
                  <a:schemeClr val="bg1"/>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dirty="0"/>
              <a:t>Click to edit text</a:t>
            </a:r>
          </a:p>
        </p:txBody>
      </p:sp>
      <p:sp>
        <p:nvSpPr>
          <p:cNvPr id="7" name="Text Placeholder 6">
            <a:extLst>
              <a:ext uri="{FF2B5EF4-FFF2-40B4-BE49-F238E27FC236}">
                <a16:creationId xmlns:a16="http://schemas.microsoft.com/office/drawing/2014/main" id="{EC1CB8E8-F58A-4B26-B8AA-8977FC608E83}"/>
              </a:ext>
            </a:extLst>
          </p:cNvPr>
          <p:cNvSpPr>
            <a:spLocks noGrp="1"/>
          </p:cNvSpPr>
          <p:nvPr>
            <p:ph type="body" sz="quarter" idx="15" hasCustomPrompt="1"/>
          </p:nvPr>
        </p:nvSpPr>
        <p:spPr>
          <a:xfrm>
            <a:off x="630936" y="4498848"/>
            <a:ext cx="2121408" cy="621792"/>
          </a:xfrm>
          <a:prstGeom prst="rect">
            <a:avLst/>
          </a:prstGeom>
        </p:spPr>
        <p:txBody>
          <a:bodyPr lIns="0"/>
          <a:lstStyle>
            <a:lvl1pPr marL="0" indent="0">
              <a:lnSpc>
                <a:spcPts val="1800"/>
              </a:lnSpc>
              <a:spcBef>
                <a:spcPts val="0"/>
              </a:spcBef>
              <a:buNone/>
              <a:defRPr sz="1200" b="1"/>
            </a:lvl1pPr>
            <a:lvl2pPr marL="457200" indent="0">
              <a:lnSpc>
                <a:spcPts val="1800"/>
              </a:lnSpc>
              <a:spcBef>
                <a:spcPts val="0"/>
              </a:spcBef>
              <a:buNone/>
              <a:defRPr sz="1200" b="1"/>
            </a:lvl2pPr>
            <a:lvl3pPr marL="914400" indent="0">
              <a:lnSpc>
                <a:spcPts val="1800"/>
              </a:lnSpc>
              <a:spcBef>
                <a:spcPts val="0"/>
              </a:spcBef>
              <a:buNone/>
              <a:defRPr sz="1200" b="1"/>
            </a:lvl3pPr>
            <a:lvl4pPr marL="1371600" indent="0">
              <a:lnSpc>
                <a:spcPts val="1800"/>
              </a:lnSpc>
              <a:spcBef>
                <a:spcPts val="0"/>
              </a:spcBef>
              <a:buNone/>
              <a:defRPr sz="1200" b="1"/>
            </a:lvl4pPr>
            <a:lvl5pPr marL="1828800" indent="0">
              <a:lnSpc>
                <a:spcPts val="1800"/>
              </a:lnSpc>
              <a:spcBef>
                <a:spcPts val="0"/>
              </a:spcBef>
              <a:buNone/>
              <a:defRPr sz="1200" b="1"/>
            </a:lvl5pPr>
          </a:lstStyle>
          <a:p>
            <a:pPr lvl="0"/>
            <a:r>
              <a:rPr lang="en-US"/>
              <a:t>Click to text</a:t>
            </a:r>
          </a:p>
        </p:txBody>
      </p:sp>
    </p:spTree>
    <p:extLst>
      <p:ext uri="{BB962C8B-B14F-4D97-AF65-F5344CB8AC3E}">
        <p14:creationId xmlns:p14="http://schemas.microsoft.com/office/powerpoint/2010/main" val="19805938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alette Balance act">
    <p:bg>
      <p:bgPr>
        <a:solidFill>
          <a:schemeClr val="bg1">
            <a:lumMod val="8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79CA9-81D6-424A-8046-4B56E1D25059}"/>
              </a:ext>
            </a:extLst>
          </p:cNvPr>
          <p:cNvSpPr>
            <a:spLocks noGrp="1"/>
          </p:cNvSpPr>
          <p:nvPr>
            <p:ph type="title" hasCustomPrompt="1"/>
          </p:nvPr>
        </p:nvSpPr>
        <p:spPr>
          <a:xfrm>
            <a:off x="457199" y="2569464"/>
            <a:ext cx="3619501" cy="1179576"/>
          </a:xfrm>
        </p:spPr>
        <p:txBody>
          <a:bodyPr anchor="b" anchorCtr="0">
            <a:normAutofit/>
          </a:bodyPr>
          <a:lstStyle>
            <a:lvl1pPr>
              <a:lnSpc>
                <a:spcPts val="4000"/>
              </a:lnSpc>
              <a:defRPr sz="3200" cap="all" baseline="0"/>
            </a:lvl1pPr>
          </a:lstStyle>
          <a:p>
            <a:r>
              <a:rPr lang="en-US" dirty="0"/>
              <a:t>Click to edit title</a:t>
            </a:r>
          </a:p>
        </p:txBody>
      </p:sp>
      <p:sp>
        <p:nvSpPr>
          <p:cNvPr id="9" name="Picture Placeholder 8">
            <a:extLst>
              <a:ext uri="{FF2B5EF4-FFF2-40B4-BE49-F238E27FC236}">
                <a16:creationId xmlns:a16="http://schemas.microsoft.com/office/drawing/2014/main" id="{B2F51F73-5064-47F8-83FD-440E0ED1950B}"/>
              </a:ext>
            </a:extLst>
          </p:cNvPr>
          <p:cNvSpPr>
            <a:spLocks noGrp="1"/>
          </p:cNvSpPr>
          <p:nvPr>
            <p:ph type="pic" sz="quarter" idx="13"/>
          </p:nvPr>
        </p:nvSpPr>
        <p:spPr>
          <a:xfrm>
            <a:off x="4279392" y="1463040"/>
            <a:ext cx="1499616" cy="2194560"/>
          </a:xfrm>
          <a:prstGeom prst="rect">
            <a:avLst/>
          </a:prstGeom>
        </p:spPr>
        <p:txBody>
          <a:bodyPr/>
          <a:lstStyle>
            <a:lvl1pPr>
              <a:defRPr sz="2000"/>
            </a:lvl1pPr>
          </a:lstStyle>
          <a:p>
            <a:r>
              <a:rPr lang="en-US"/>
              <a:t>Click icon to add picture</a:t>
            </a:r>
            <a:endParaRPr lang="en-US" dirty="0"/>
          </a:p>
        </p:txBody>
      </p:sp>
      <p:sp>
        <p:nvSpPr>
          <p:cNvPr id="18" name="Picture Placeholder 8">
            <a:extLst>
              <a:ext uri="{FF2B5EF4-FFF2-40B4-BE49-F238E27FC236}">
                <a16:creationId xmlns:a16="http://schemas.microsoft.com/office/drawing/2014/main" id="{06FF689A-8221-42E8-96D4-ED4D3AD501F8}"/>
              </a:ext>
            </a:extLst>
          </p:cNvPr>
          <p:cNvSpPr>
            <a:spLocks noGrp="1"/>
          </p:cNvSpPr>
          <p:nvPr>
            <p:ph type="pic" sz="quarter" idx="14"/>
          </p:nvPr>
        </p:nvSpPr>
        <p:spPr>
          <a:xfrm>
            <a:off x="6227064" y="1463040"/>
            <a:ext cx="1499616" cy="2194560"/>
          </a:xfrm>
          <a:prstGeom prst="rect">
            <a:avLst/>
          </a:prstGeom>
        </p:spPr>
        <p:txBody>
          <a:bodyPr/>
          <a:lstStyle>
            <a:lvl1pPr>
              <a:defRPr sz="2000"/>
            </a:lvl1pPr>
          </a:lstStyle>
          <a:p>
            <a:r>
              <a:rPr lang="en-US"/>
              <a:t>Click icon to add picture</a:t>
            </a:r>
            <a:endParaRPr lang="en-US" dirty="0"/>
          </a:p>
        </p:txBody>
      </p:sp>
      <p:sp>
        <p:nvSpPr>
          <p:cNvPr id="19" name="Picture Placeholder 8">
            <a:extLst>
              <a:ext uri="{FF2B5EF4-FFF2-40B4-BE49-F238E27FC236}">
                <a16:creationId xmlns:a16="http://schemas.microsoft.com/office/drawing/2014/main" id="{96424DB2-4D46-493F-A5B8-8901EDA394F2}"/>
              </a:ext>
            </a:extLst>
          </p:cNvPr>
          <p:cNvSpPr>
            <a:spLocks noGrp="1"/>
          </p:cNvSpPr>
          <p:nvPr>
            <p:ph type="pic" sz="quarter" idx="15"/>
          </p:nvPr>
        </p:nvSpPr>
        <p:spPr>
          <a:xfrm>
            <a:off x="8174736" y="1463040"/>
            <a:ext cx="1499616" cy="2194560"/>
          </a:xfrm>
          <a:prstGeom prst="rect">
            <a:avLst/>
          </a:prstGeom>
        </p:spPr>
        <p:txBody>
          <a:bodyPr/>
          <a:lstStyle>
            <a:lvl1pPr>
              <a:defRPr sz="2000"/>
            </a:lvl1pPr>
          </a:lstStyle>
          <a:p>
            <a:r>
              <a:rPr lang="en-US"/>
              <a:t>Click icon to add picture</a:t>
            </a:r>
            <a:endParaRPr lang="en-US" dirty="0"/>
          </a:p>
        </p:txBody>
      </p:sp>
      <p:sp>
        <p:nvSpPr>
          <p:cNvPr id="20" name="Picture Placeholder 8">
            <a:extLst>
              <a:ext uri="{FF2B5EF4-FFF2-40B4-BE49-F238E27FC236}">
                <a16:creationId xmlns:a16="http://schemas.microsoft.com/office/drawing/2014/main" id="{0AF2B6E1-5738-41B1-8C15-EA6715490140}"/>
              </a:ext>
            </a:extLst>
          </p:cNvPr>
          <p:cNvSpPr>
            <a:spLocks noGrp="1"/>
          </p:cNvSpPr>
          <p:nvPr>
            <p:ph type="pic" sz="quarter" idx="16"/>
          </p:nvPr>
        </p:nvSpPr>
        <p:spPr>
          <a:xfrm>
            <a:off x="10122408" y="1463040"/>
            <a:ext cx="1499616" cy="2194560"/>
          </a:xfrm>
          <a:prstGeom prst="rect">
            <a:avLst/>
          </a:prstGeom>
        </p:spPr>
        <p:txBody>
          <a:bodyPr/>
          <a:lstStyle>
            <a:lvl1pPr>
              <a:defRPr sz="2000"/>
            </a:lvl1pPr>
          </a:lstStyle>
          <a:p>
            <a:r>
              <a:rPr lang="en-US"/>
              <a:t>Click icon to add picture</a:t>
            </a:r>
            <a:endParaRPr lang="en-US" dirty="0"/>
          </a:p>
        </p:txBody>
      </p:sp>
      <p:sp>
        <p:nvSpPr>
          <p:cNvPr id="21" name="Picture Placeholder 8">
            <a:extLst>
              <a:ext uri="{FF2B5EF4-FFF2-40B4-BE49-F238E27FC236}">
                <a16:creationId xmlns:a16="http://schemas.microsoft.com/office/drawing/2014/main" id="{6C8D73EB-347C-4E13-94C8-FA8FADE46559}"/>
              </a:ext>
            </a:extLst>
          </p:cNvPr>
          <p:cNvSpPr>
            <a:spLocks noGrp="1"/>
          </p:cNvSpPr>
          <p:nvPr>
            <p:ph type="pic" sz="quarter" idx="17"/>
          </p:nvPr>
        </p:nvSpPr>
        <p:spPr>
          <a:xfrm>
            <a:off x="4279392" y="4087368"/>
            <a:ext cx="1499616" cy="2194560"/>
          </a:xfrm>
          <a:prstGeom prst="rect">
            <a:avLst/>
          </a:prstGeom>
        </p:spPr>
        <p:txBody>
          <a:bodyPr/>
          <a:lstStyle>
            <a:lvl1pPr>
              <a:defRPr sz="2000"/>
            </a:lvl1pPr>
          </a:lstStyle>
          <a:p>
            <a:r>
              <a:rPr lang="en-US"/>
              <a:t>Click icon to add picture</a:t>
            </a:r>
            <a:endParaRPr lang="en-US" dirty="0"/>
          </a:p>
        </p:txBody>
      </p:sp>
      <p:sp>
        <p:nvSpPr>
          <p:cNvPr id="22" name="Picture Placeholder 8">
            <a:extLst>
              <a:ext uri="{FF2B5EF4-FFF2-40B4-BE49-F238E27FC236}">
                <a16:creationId xmlns:a16="http://schemas.microsoft.com/office/drawing/2014/main" id="{9DFA5C56-9B47-4F87-8E12-30A936274F1B}"/>
              </a:ext>
            </a:extLst>
          </p:cNvPr>
          <p:cNvSpPr>
            <a:spLocks noGrp="1"/>
          </p:cNvSpPr>
          <p:nvPr>
            <p:ph type="pic" sz="quarter" idx="18"/>
          </p:nvPr>
        </p:nvSpPr>
        <p:spPr>
          <a:xfrm>
            <a:off x="6227064" y="4087368"/>
            <a:ext cx="1499616" cy="2194560"/>
          </a:xfrm>
          <a:prstGeom prst="rect">
            <a:avLst/>
          </a:prstGeom>
        </p:spPr>
        <p:txBody>
          <a:bodyPr/>
          <a:lstStyle>
            <a:lvl1pPr>
              <a:defRPr sz="2000"/>
            </a:lvl1pPr>
          </a:lstStyle>
          <a:p>
            <a:r>
              <a:rPr lang="en-US"/>
              <a:t>Click icon to add picture</a:t>
            </a:r>
            <a:endParaRPr lang="en-US" dirty="0"/>
          </a:p>
        </p:txBody>
      </p:sp>
      <p:sp>
        <p:nvSpPr>
          <p:cNvPr id="23" name="Picture Placeholder 8">
            <a:extLst>
              <a:ext uri="{FF2B5EF4-FFF2-40B4-BE49-F238E27FC236}">
                <a16:creationId xmlns:a16="http://schemas.microsoft.com/office/drawing/2014/main" id="{1E3B5888-98ED-48E4-8AA8-5BAB43F8516C}"/>
              </a:ext>
            </a:extLst>
          </p:cNvPr>
          <p:cNvSpPr>
            <a:spLocks noGrp="1"/>
          </p:cNvSpPr>
          <p:nvPr>
            <p:ph type="pic" sz="quarter" idx="19"/>
          </p:nvPr>
        </p:nvSpPr>
        <p:spPr>
          <a:xfrm>
            <a:off x="8174736" y="4087368"/>
            <a:ext cx="1499616" cy="2194560"/>
          </a:xfrm>
          <a:prstGeom prst="rect">
            <a:avLst/>
          </a:prstGeom>
        </p:spPr>
        <p:txBody>
          <a:bodyPr/>
          <a:lstStyle>
            <a:lvl1pPr>
              <a:defRPr sz="2000"/>
            </a:lvl1pPr>
          </a:lstStyle>
          <a:p>
            <a:r>
              <a:rPr lang="en-US"/>
              <a:t>Click icon to add picture</a:t>
            </a:r>
            <a:endParaRPr lang="en-US" dirty="0"/>
          </a:p>
        </p:txBody>
      </p:sp>
      <p:sp>
        <p:nvSpPr>
          <p:cNvPr id="24" name="Picture Placeholder 8">
            <a:extLst>
              <a:ext uri="{FF2B5EF4-FFF2-40B4-BE49-F238E27FC236}">
                <a16:creationId xmlns:a16="http://schemas.microsoft.com/office/drawing/2014/main" id="{569C9EE3-34D1-4DE0-B06C-2F6212F7C329}"/>
              </a:ext>
            </a:extLst>
          </p:cNvPr>
          <p:cNvSpPr>
            <a:spLocks noGrp="1"/>
          </p:cNvSpPr>
          <p:nvPr>
            <p:ph type="pic" sz="quarter" idx="20"/>
          </p:nvPr>
        </p:nvSpPr>
        <p:spPr>
          <a:xfrm>
            <a:off x="10122408" y="4087368"/>
            <a:ext cx="1499616" cy="2194560"/>
          </a:xfrm>
          <a:prstGeom prst="rect">
            <a:avLst/>
          </a:prstGeom>
        </p:spPr>
        <p:txBody>
          <a:bodyPr/>
          <a:lstStyle>
            <a:lvl1pPr>
              <a:defRPr sz="2000"/>
            </a:lvl1pPr>
          </a:lstStyle>
          <a:p>
            <a:r>
              <a:rPr lang="en-US"/>
              <a:t>Click icon to add picture</a:t>
            </a:r>
            <a:endParaRPr lang="en-US" dirty="0"/>
          </a:p>
        </p:txBody>
      </p:sp>
    </p:spTree>
    <p:extLst>
      <p:ext uri="{BB962C8B-B14F-4D97-AF65-F5344CB8AC3E}">
        <p14:creationId xmlns:p14="http://schemas.microsoft.com/office/powerpoint/2010/main" val="29019032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mmersive palette Balancing Act">
    <p:bg>
      <p:bgPr>
        <a:solidFill>
          <a:schemeClr val="accent5"/>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0869985-B973-4011-9FA2-83D7EBB2EA53}"/>
              </a:ext>
            </a:extLst>
          </p:cNvPr>
          <p:cNvSpPr/>
          <p:nvPr userDrawn="1"/>
        </p:nvSpPr>
        <p:spPr>
          <a:xfrm>
            <a:off x="0" y="2400300"/>
            <a:ext cx="4267200" cy="4457700"/>
          </a:xfrm>
          <a:prstGeom prst="rect">
            <a:avLst/>
          </a:prstGeom>
          <a:solidFill>
            <a:srgbClr val="D293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3379CA9-81D6-424A-8046-4B56E1D25059}"/>
              </a:ext>
            </a:extLst>
          </p:cNvPr>
          <p:cNvSpPr>
            <a:spLocks noGrp="1"/>
          </p:cNvSpPr>
          <p:nvPr>
            <p:ph type="title"/>
          </p:nvPr>
        </p:nvSpPr>
        <p:spPr>
          <a:xfrm>
            <a:off x="457199" y="1399032"/>
            <a:ext cx="3619501" cy="877824"/>
          </a:xfrm>
        </p:spPr>
        <p:txBody>
          <a:bodyPr/>
          <a:lstStyle>
            <a:lvl1pPr>
              <a:defRPr cap="all" baseline="0">
                <a:solidFill>
                  <a:schemeClr val="bg1"/>
                </a:solidFill>
              </a:defRPr>
            </a:lvl1pPr>
          </a:lstStyle>
          <a:p>
            <a:r>
              <a:rPr lang="en-US"/>
              <a:t>Click to edit Master title style</a:t>
            </a:r>
            <a:endParaRPr lang="en-US" dirty="0"/>
          </a:p>
        </p:txBody>
      </p:sp>
      <p:sp>
        <p:nvSpPr>
          <p:cNvPr id="10" name="Text Placeholder 9">
            <a:extLst>
              <a:ext uri="{FF2B5EF4-FFF2-40B4-BE49-F238E27FC236}">
                <a16:creationId xmlns:a16="http://schemas.microsoft.com/office/drawing/2014/main" id="{2A60302F-65DB-4E93-B6C3-49E64C44FB53}"/>
              </a:ext>
            </a:extLst>
          </p:cNvPr>
          <p:cNvSpPr>
            <a:spLocks noGrp="1"/>
          </p:cNvSpPr>
          <p:nvPr>
            <p:ph type="body" sz="quarter" idx="14" hasCustomPrompt="1"/>
          </p:nvPr>
        </p:nvSpPr>
        <p:spPr>
          <a:xfrm>
            <a:off x="457200" y="2779776"/>
            <a:ext cx="3465576" cy="3255264"/>
          </a:xfrm>
          <a:prstGeom prst="rect">
            <a:avLst/>
          </a:prstGeom>
        </p:spPr>
        <p:txBody>
          <a:bodyPr/>
          <a:lstStyle>
            <a:lvl1pPr marL="0" indent="0">
              <a:lnSpc>
                <a:spcPts val="3000"/>
              </a:lnSpc>
              <a:spcBef>
                <a:spcPts val="0"/>
              </a:spcBef>
              <a:buNone/>
              <a:defRPr sz="1800">
                <a:solidFill>
                  <a:schemeClr val="bg1"/>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dirty="0"/>
              <a:t>Click to edit text</a:t>
            </a:r>
          </a:p>
        </p:txBody>
      </p:sp>
      <p:sp>
        <p:nvSpPr>
          <p:cNvPr id="7" name="Picture Placeholder 6">
            <a:extLst>
              <a:ext uri="{FF2B5EF4-FFF2-40B4-BE49-F238E27FC236}">
                <a16:creationId xmlns:a16="http://schemas.microsoft.com/office/drawing/2014/main" id="{9A66F217-0E52-4AD8-82BA-AB332C59638C}"/>
              </a:ext>
            </a:extLst>
          </p:cNvPr>
          <p:cNvSpPr>
            <a:spLocks noGrp="1"/>
          </p:cNvSpPr>
          <p:nvPr>
            <p:ph type="pic" sz="quarter" idx="15"/>
          </p:nvPr>
        </p:nvSpPr>
        <p:spPr>
          <a:xfrm>
            <a:off x="4254500" y="0"/>
            <a:ext cx="7480300" cy="6858000"/>
          </a:xfrm>
          <a:prstGeom prst="rect">
            <a:avLst/>
          </a:prstGeom>
        </p:spPr>
        <p:txBody>
          <a:bodyPr anchor="ctr"/>
          <a:lstStyle>
            <a:lvl1pPr marL="0" indent="0" algn="ctr">
              <a:buNone/>
              <a:defRPr>
                <a:solidFill>
                  <a:schemeClr val="bg1"/>
                </a:solidFill>
              </a:defRPr>
            </a:lvl1pPr>
          </a:lstStyle>
          <a:p>
            <a:r>
              <a:rPr lang="en-US"/>
              <a:t>Click icon to add picture</a:t>
            </a:r>
            <a:endParaRPr lang="en-US" dirty="0"/>
          </a:p>
        </p:txBody>
      </p:sp>
      <p:sp>
        <p:nvSpPr>
          <p:cNvPr id="8" name="Rectangle 7">
            <a:extLst>
              <a:ext uri="{FF2B5EF4-FFF2-40B4-BE49-F238E27FC236}">
                <a16:creationId xmlns:a16="http://schemas.microsoft.com/office/drawing/2014/main" id="{E75D44F0-DADD-4DCC-82EC-FDB3E9878AA9}"/>
              </a:ext>
            </a:extLst>
          </p:cNvPr>
          <p:cNvSpPr/>
          <p:nvPr userDrawn="1"/>
        </p:nvSpPr>
        <p:spPr>
          <a:xfrm>
            <a:off x="11734800" y="4445000"/>
            <a:ext cx="457200" cy="2413000"/>
          </a:xfrm>
          <a:prstGeom prst="rect">
            <a:avLst/>
          </a:prstGeom>
          <a:solidFill>
            <a:srgbClr val="884C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28CFE2C9-8B6E-4DDA-A5EA-04581F7629F0}"/>
              </a:ext>
            </a:extLst>
          </p:cNvPr>
          <p:cNvSpPr/>
          <p:nvPr userDrawn="1"/>
        </p:nvSpPr>
        <p:spPr>
          <a:xfrm>
            <a:off x="11734800" y="0"/>
            <a:ext cx="457200" cy="4462272"/>
          </a:xfrm>
          <a:prstGeom prst="rect">
            <a:avLst/>
          </a:prstGeom>
          <a:solidFill>
            <a:srgbClr val="86A29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371823428"/>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structions">
    <p:spTree>
      <p:nvGrpSpPr>
        <p:cNvPr id="1" name=""/>
        <p:cNvGrpSpPr/>
        <p:nvPr/>
      </p:nvGrpSpPr>
      <p:grpSpPr>
        <a:xfrm>
          <a:off x="0" y="0"/>
          <a:ext cx="0" cy="0"/>
          <a:chOff x="0" y="0"/>
          <a:chExt cx="0" cy="0"/>
        </a:xfrm>
      </p:grpSpPr>
      <p:sp>
        <p:nvSpPr>
          <p:cNvPr id="9" name="Rectangle 8" hidden="1"/>
          <p:cNvSpPr/>
          <p:nvPr userDrawn="1"/>
        </p:nvSpPr>
        <p:spPr>
          <a:xfrm>
            <a:off x="256032" y="265176"/>
            <a:ext cx="11683049" cy="6332433"/>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0"/>
          <a:lstStyle/>
          <a:p>
            <a:pPr algn="ctr"/>
            <a:endParaRPr lang="en-US" sz="1800" dirty="0"/>
          </a:p>
        </p:txBody>
      </p:sp>
      <p:sp>
        <p:nvSpPr>
          <p:cNvPr id="12" name="Title 1">
            <a:extLst>
              <a:ext uri="{FF2B5EF4-FFF2-40B4-BE49-F238E27FC236}">
                <a16:creationId xmlns:a16="http://schemas.microsoft.com/office/drawing/2014/main" id="{96FEDCD9-19A7-423B-ABE0-DDD032DE8879}"/>
              </a:ext>
            </a:extLst>
          </p:cNvPr>
          <p:cNvSpPr>
            <a:spLocks noGrp="1"/>
          </p:cNvSpPr>
          <p:nvPr>
            <p:ph type="title"/>
          </p:nvPr>
        </p:nvSpPr>
        <p:spPr>
          <a:xfrm>
            <a:off x="457199" y="914400"/>
            <a:ext cx="7467601" cy="1572768"/>
          </a:xfrm>
        </p:spPr>
        <p:txBody>
          <a:bodyPr/>
          <a:lstStyle>
            <a:lvl1pPr>
              <a:lnSpc>
                <a:spcPts val="4600"/>
              </a:lnSpc>
              <a:defRPr/>
            </a:lvl1pPr>
          </a:lstStyle>
          <a:p>
            <a:r>
              <a:rPr lang="en-US"/>
              <a:t>Click to edit Master title style</a:t>
            </a:r>
            <a:endParaRPr lang="en-US" dirty="0"/>
          </a:p>
        </p:txBody>
      </p:sp>
      <p:sp>
        <p:nvSpPr>
          <p:cNvPr id="14" name="Text Placeholder 9">
            <a:extLst>
              <a:ext uri="{FF2B5EF4-FFF2-40B4-BE49-F238E27FC236}">
                <a16:creationId xmlns:a16="http://schemas.microsoft.com/office/drawing/2014/main" id="{EBD7372B-17B4-4062-8BFA-745581B27349}"/>
              </a:ext>
            </a:extLst>
          </p:cNvPr>
          <p:cNvSpPr>
            <a:spLocks noGrp="1"/>
          </p:cNvSpPr>
          <p:nvPr>
            <p:ph type="body" sz="quarter" idx="14" hasCustomPrompt="1"/>
          </p:nvPr>
        </p:nvSpPr>
        <p:spPr>
          <a:xfrm>
            <a:off x="457200" y="2540000"/>
            <a:ext cx="6591300" cy="3403600"/>
          </a:xfrm>
          <a:prstGeom prst="rect">
            <a:avLst/>
          </a:prstGeom>
        </p:spPr>
        <p:txBody>
          <a:bodyPr/>
          <a:lstStyle>
            <a:lvl1pPr marL="342900" indent="-342900">
              <a:lnSpc>
                <a:spcPts val="3000"/>
              </a:lnSpc>
              <a:spcBef>
                <a:spcPts val="0"/>
              </a:spcBef>
              <a:buFont typeface="+mj-lt"/>
              <a:buAutoNum type="arabicPeriod"/>
              <a:defRPr sz="1800"/>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dirty="0"/>
              <a:t>Click to edit text</a:t>
            </a:r>
          </a:p>
        </p:txBody>
      </p:sp>
      <p:sp>
        <p:nvSpPr>
          <p:cNvPr id="3" name="Picture Placeholder 2">
            <a:extLst>
              <a:ext uri="{FF2B5EF4-FFF2-40B4-BE49-F238E27FC236}">
                <a16:creationId xmlns:a16="http://schemas.microsoft.com/office/drawing/2014/main" id="{C09A28F9-9D68-48A2-A1AD-C1C318C0EC8D}"/>
              </a:ext>
            </a:extLst>
          </p:cNvPr>
          <p:cNvSpPr>
            <a:spLocks noGrp="1"/>
          </p:cNvSpPr>
          <p:nvPr>
            <p:ph type="pic" sz="quarter" idx="15"/>
          </p:nvPr>
        </p:nvSpPr>
        <p:spPr>
          <a:xfrm>
            <a:off x="8115300" y="1384300"/>
            <a:ext cx="3410712" cy="4572000"/>
          </a:xfrm>
          <a:prstGeom prst="roundRect">
            <a:avLst>
              <a:gd name="adj" fmla="val 2543"/>
            </a:avLst>
          </a:prstGeom>
        </p:spPr>
        <p:txBody>
          <a:bodyPr anchor="ctr"/>
          <a:lstStyle>
            <a:lvl1pPr marL="0" indent="0" algn="ctr">
              <a:buNone/>
              <a:defRPr/>
            </a:lvl1pPr>
          </a:lstStyle>
          <a:p>
            <a:r>
              <a:rPr lang="en-US"/>
              <a:t>Click icon to add picture</a:t>
            </a:r>
            <a:endParaRPr lang="en-US" dirty="0"/>
          </a:p>
        </p:txBody>
      </p:sp>
    </p:spTree>
    <p:extLst>
      <p:ext uri="{BB962C8B-B14F-4D97-AF65-F5344CB8AC3E}">
        <p14:creationId xmlns:p14="http://schemas.microsoft.com/office/powerpoint/2010/main" val="2185836540"/>
      </p:ext>
    </p:extLst>
  </p:cSld>
  <p:clrMapOvr>
    <a:masterClrMapping/>
  </p:clrMapOvr>
  <p:extLst>
    <p:ext uri="{DCECCB84-F9BA-43D5-87BE-67443E8EF086}">
      <p15:sldGuideLst xmlns:p15="http://schemas.microsoft.com/office/powerpoint/2012/main">
        <p15:guide id="1" orient="horz" pos="1032" userDrawn="1">
          <p15:clr>
            <a:srgbClr val="FBAE40"/>
          </p15:clr>
        </p15:guide>
        <p15:guide id="2" pos="336"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alette Wellspring">
    <p:bg>
      <p:bgPr>
        <a:solidFill>
          <a:schemeClr val="bg1">
            <a:lumMod val="8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79CA9-81D6-424A-8046-4B56E1D25059}"/>
              </a:ext>
            </a:extLst>
          </p:cNvPr>
          <p:cNvSpPr>
            <a:spLocks noGrp="1"/>
          </p:cNvSpPr>
          <p:nvPr>
            <p:ph type="title" hasCustomPrompt="1"/>
          </p:nvPr>
        </p:nvSpPr>
        <p:spPr>
          <a:xfrm>
            <a:off x="457199" y="2569464"/>
            <a:ext cx="3619501" cy="1179576"/>
          </a:xfrm>
        </p:spPr>
        <p:txBody>
          <a:bodyPr anchor="b" anchorCtr="0">
            <a:normAutofit/>
          </a:bodyPr>
          <a:lstStyle>
            <a:lvl1pPr>
              <a:lnSpc>
                <a:spcPts val="4000"/>
              </a:lnSpc>
              <a:defRPr sz="3200"/>
            </a:lvl1pPr>
          </a:lstStyle>
          <a:p>
            <a:r>
              <a:rPr lang="en-US" dirty="0"/>
              <a:t>Click to edit title</a:t>
            </a:r>
          </a:p>
        </p:txBody>
      </p:sp>
      <p:sp>
        <p:nvSpPr>
          <p:cNvPr id="9" name="Picture Placeholder 8">
            <a:extLst>
              <a:ext uri="{FF2B5EF4-FFF2-40B4-BE49-F238E27FC236}">
                <a16:creationId xmlns:a16="http://schemas.microsoft.com/office/drawing/2014/main" id="{B2F51F73-5064-47F8-83FD-440E0ED1950B}"/>
              </a:ext>
            </a:extLst>
          </p:cNvPr>
          <p:cNvSpPr>
            <a:spLocks noGrp="1"/>
          </p:cNvSpPr>
          <p:nvPr>
            <p:ph type="pic" sz="quarter" idx="13"/>
          </p:nvPr>
        </p:nvSpPr>
        <p:spPr>
          <a:xfrm>
            <a:off x="4279392" y="1463040"/>
            <a:ext cx="1499616" cy="2194560"/>
          </a:xfrm>
          <a:prstGeom prst="rect">
            <a:avLst/>
          </a:prstGeom>
        </p:spPr>
        <p:txBody>
          <a:bodyPr/>
          <a:lstStyle>
            <a:lvl1pPr>
              <a:defRPr sz="2000"/>
            </a:lvl1pPr>
          </a:lstStyle>
          <a:p>
            <a:endParaRPr lang="en-US" dirty="0"/>
          </a:p>
        </p:txBody>
      </p:sp>
      <p:sp>
        <p:nvSpPr>
          <p:cNvPr id="18" name="Picture Placeholder 8">
            <a:extLst>
              <a:ext uri="{FF2B5EF4-FFF2-40B4-BE49-F238E27FC236}">
                <a16:creationId xmlns:a16="http://schemas.microsoft.com/office/drawing/2014/main" id="{06FF689A-8221-42E8-96D4-ED4D3AD501F8}"/>
              </a:ext>
            </a:extLst>
          </p:cNvPr>
          <p:cNvSpPr>
            <a:spLocks noGrp="1"/>
          </p:cNvSpPr>
          <p:nvPr>
            <p:ph type="pic" sz="quarter" idx="14"/>
          </p:nvPr>
        </p:nvSpPr>
        <p:spPr>
          <a:xfrm>
            <a:off x="6227064" y="1463040"/>
            <a:ext cx="1499616" cy="2194560"/>
          </a:xfrm>
          <a:prstGeom prst="rect">
            <a:avLst/>
          </a:prstGeom>
        </p:spPr>
        <p:txBody>
          <a:bodyPr/>
          <a:lstStyle>
            <a:lvl1pPr>
              <a:defRPr sz="2000"/>
            </a:lvl1pPr>
          </a:lstStyle>
          <a:p>
            <a:endParaRPr lang="en-US" dirty="0"/>
          </a:p>
        </p:txBody>
      </p:sp>
      <p:sp>
        <p:nvSpPr>
          <p:cNvPr id="19" name="Picture Placeholder 8">
            <a:extLst>
              <a:ext uri="{FF2B5EF4-FFF2-40B4-BE49-F238E27FC236}">
                <a16:creationId xmlns:a16="http://schemas.microsoft.com/office/drawing/2014/main" id="{96424DB2-4D46-493F-A5B8-8901EDA394F2}"/>
              </a:ext>
            </a:extLst>
          </p:cNvPr>
          <p:cNvSpPr>
            <a:spLocks noGrp="1"/>
          </p:cNvSpPr>
          <p:nvPr>
            <p:ph type="pic" sz="quarter" idx="15"/>
          </p:nvPr>
        </p:nvSpPr>
        <p:spPr>
          <a:xfrm>
            <a:off x="8174736" y="1463040"/>
            <a:ext cx="1499616" cy="2194560"/>
          </a:xfrm>
          <a:prstGeom prst="rect">
            <a:avLst/>
          </a:prstGeom>
        </p:spPr>
        <p:txBody>
          <a:bodyPr/>
          <a:lstStyle>
            <a:lvl1pPr>
              <a:defRPr sz="2000"/>
            </a:lvl1pPr>
          </a:lstStyle>
          <a:p>
            <a:endParaRPr lang="en-US" dirty="0"/>
          </a:p>
        </p:txBody>
      </p:sp>
      <p:sp>
        <p:nvSpPr>
          <p:cNvPr id="20" name="Picture Placeholder 8">
            <a:extLst>
              <a:ext uri="{FF2B5EF4-FFF2-40B4-BE49-F238E27FC236}">
                <a16:creationId xmlns:a16="http://schemas.microsoft.com/office/drawing/2014/main" id="{0AF2B6E1-5738-41B1-8C15-EA6715490140}"/>
              </a:ext>
            </a:extLst>
          </p:cNvPr>
          <p:cNvSpPr>
            <a:spLocks noGrp="1"/>
          </p:cNvSpPr>
          <p:nvPr>
            <p:ph type="pic" sz="quarter" idx="16"/>
          </p:nvPr>
        </p:nvSpPr>
        <p:spPr>
          <a:xfrm>
            <a:off x="10122408" y="1463040"/>
            <a:ext cx="1499616" cy="2194560"/>
          </a:xfrm>
          <a:prstGeom prst="rect">
            <a:avLst/>
          </a:prstGeom>
        </p:spPr>
        <p:txBody>
          <a:bodyPr/>
          <a:lstStyle>
            <a:lvl1pPr>
              <a:defRPr sz="2000"/>
            </a:lvl1pPr>
          </a:lstStyle>
          <a:p>
            <a:endParaRPr lang="en-US" dirty="0"/>
          </a:p>
        </p:txBody>
      </p:sp>
      <p:sp>
        <p:nvSpPr>
          <p:cNvPr id="21" name="Picture Placeholder 8">
            <a:extLst>
              <a:ext uri="{FF2B5EF4-FFF2-40B4-BE49-F238E27FC236}">
                <a16:creationId xmlns:a16="http://schemas.microsoft.com/office/drawing/2014/main" id="{6C8D73EB-347C-4E13-94C8-FA8FADE46559}"/>
              </a:ext>
            </a:extLst>
          </p:cNvPr>
          <p:cNvSpPr>
            <a:spLocks noGrp="1"/>
          </p:cNvSpPr>
          <p:nvPr>
            <p:ph type="pic" sz="quarter" idx="17"/>
          </p:nvPr>
        </p:nvSpPr>
        <p:spPr>
          <a:xfrm>
            <a:off x="4279392" y="4087368"/>
            <a:ext cx="1499616" cy="2194560"/>
          </a:xfrm>
          <a:prstGeom prst="rect">
            <a:avLst/>
          </a:prstGeom>
        </p:spPr>
        <p:txBody>
          <a:bodyPr/>
          <a:lstStyle>
            <a:lvl1pPr>
              <a:defRPr sz="2000"/>
            </a:lvl1pPr>
          </a:lstStyle>
          <a:p>
            <a:endParaRPr lang="en-US" dirty="0"/>
          </a:p>
        </p:txBody>
      </p:sp>
      <p:sp>
        <p:nvSpPr>
          <p:cNvPr id="22" name="Picture Placeholder 8">
            <a:extLst>
              <a:ext uri="{FF2B5EF4-FFF2-40B4-BE49-F238E27FC236}">
                <a16:creationId xmlns:a16="http://schemas.microsoft.com/office/drawing/2014/main" id="{9DFA5C56-9B47-4F87-8E12-30A936274F1B}"/>
              </a:ext>
            </a:extLst>
          </p:cNvPr>
          <p:cNvSpPr>
            <a:spLocks noGrp="1"/>
          </p:cNvSpPr>
          <p:nvPr>
            <p:ph type="pic" sz="quarter" idx="18"/>
          </p:nvPr>
        </p:nvSpPr>
        <p:spPr>
          <a:xfrm>
            <a:off x="6227064" y="4087368"/>
            <a:ext cx="1499616" cy="2194560"/>
          </a:xfrm>
          <a:prstGeom prst="rect">
            <a:avLst/>
          </a:prstGeom>
        </p:spPr>
        <p:txBody>
          <a:bodyPr/>
          <a:lstStyle>
            <a:lvl1pPr>
              <a:defRPr sz="2000"/>
            </a:lvl1pPr>
          </a:lstStyle>
          <a:p>
            <a:endParaRPr lang="en-US" dirty="0"/>
          </a:p>
        </p:txBody>
      </p:sp>
      <p:sp>
        <p:nvSpPr>
          <p:cNvPr id="23" name="Picture Placeholder 8">
            <a:extLst>
              <a:ext uri="{FF2B5EF4-FFF2-40B4-BE49-F238E27FC236}">
                <a16:creationId xmlns:a16="http://schemas.microsoft.com/office/drawing/2014/main" id="{1E3B5888-98ED-48E4-8AA8-5BAB43F8516C}"/>
              </a:ext>
            </a:extLst>
          </p:cNvPr>
          <p:cNvSpPr>
            <a:spLocks noGrp="1"/>
          </p:cNvSpPr>
          <p:nvPr>
            <p:ph type="pic" sz="quarter" idx="19"/>
          </p:nvPr>
        </p:nvSpPr>
        <p:spPr>
          <a:xfrm>
            <a:off x="8174736" y="4087368"/>
            <a:ext cx="1499616" cy="2194560"/>
          </a:xfrm>
          <a:prstGeom prst="rect">
            <a:avLst/>
          </a:prstGeom>
        </p:spPr>
        <p:txBody>
          <a:bodyPr/>
          <a:lstStyle>
            <a:lvl1pPr>
              <a:defRPr sz="2000"/>
            </a:lvl1pPr>
          </a:lstStyle>
          <a:p>
            <a:endParaRPr lang="en-US" dirty="0"/>
          </a:p>
        </p:txBody>
      </p:sp>
      <p:sp>
        <p:nvSpPr>
          <p:cNvPr id="24" name="Picture Placeholder 8">
            <a:extLst>
              <a:ext uri="{FF2B5EF4-FFF2-40B4-BE49-F238E27FC236}">
                <a16:creationId xmlns:a16="http://schemas.microsoft.com/office/drawing/2014/main" id="{569C9EE3-34D1-4DE0-B06C-2F6212F7C329}"/>
              </a:ext>
            </a:extLst>
          </p:cNvPr>
          <p:cNvSpPr>
            <a:spLocks noGrp="1"/>
          </p:cNvSpPr>
          <p:nvPr>
            <p:ph type="pic" sz="quarter" idx="20"/>
          </p:nvPr>
        </p:nvSpPr>
        <p:spPr>
          <a:xfrm>
            <a:off x="10122408" y="4087368"/>
            <a:ext cx="1499616" cy="2194560"/>
          </a:xfrm>
          <a:prstGeom prst="rect">
            <a:avLst/>
          </a:prstGeom>
        </p:spPr>
        <p:txBody>
          <a:bodyPr/>
          <a:lstStyle>
            <a:lvl1pPr>
              <a:defRPr sz="2000"/>
            </a:lvl1pPr>
          </a:lstStyle>
          <a:p>
            <a:endParaRPr lang="en-US" dirty="0"/>
          </a:p>
        </p:txBody>
      </p:sp>
    </p:spTree>
    <p:extLst>
      <p:ext uri="{BB962C8B-B14F-4D97-AF65-F5344CB8AC3E}">
        <p14:creationId xmlns:p14="http://schemas.microsoft.com/office/powerpoint/2010/main" val="22059421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mmersive palette Wellspring">
    <p:bg>
      <p:bgPr>
        <a:solidFill>
          <a:schemeClr val="tx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186ECD6-DF3C-4CA6-9A77-ED32AC37F81F}"/>
              </a:ext>
            </a:extLst>
          </p:cNvPr>
          <p:cNvSpPr/>
          <p:nvPr userDrawn="1"/>
        </p:nvSpPr>
        <p:spPr>
          <a:xfrm>
            <a:off x="0" y="0"/>
            <a:ext cx="2445488" cy="457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8D3F081E-4462-4B33-A41E-0432A3B439D9}"/>
              </a:ext>
            </a:extLst>
          </p:cNvPr>
          <p:cNvSpPr/>
          <p:nvPr userDrawn="1"/>
        </p:nvSpPr>
        <p:spPr>
          <a:xfrm rot="5400000">
            <a:off x="10740656" y="5406656"/>
            <a:ext cx="2445488" cy="457200"/>
          </a:xfrm>
          <a:prstGeom prst="rect">
            <a:avLst/>
          </a:prstGeom>
          <a:solidFill>
            <a:srgbClr val="8A589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C05FA2D1-6BF4-4194-B815-8C66D013FD27}"/>
              </a:ext>
            </a:extLst>
          </p:cNvPr>
          <p:cNvSpPr/>
          <p:nvPr userDrawn="1"/>
        </p:nvSpPr>
        <p:spPr>
          <a:xfrm>
            <a:off x="7982712" y="495300"/>
            <a:ext cx="3753612" cy="5943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DC88F0DF-BC0B-473C-82DC-7FC46D38FAC1}"/>
              </a:ext>
            </a:extLst>
          </p:cNvPr>
          <p:cNvSpPr/>
          <p:nvPr userDrawn="1"/>
        </p:nvSpPr>
        <p:spPr>
          <a:xfrm>
            <a:off x="4251158" y="495300"/>
            <a:ext cx="3787056" cy="59436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 Placeholder 9">
            <a:extLst>
              <a:ext uri="{FF2B5EF4-FFF2-40B4-BE49-F238E27FC236}">
                <a16:creationId xmlns:a16="http://schemas.microsoft.com/office/drawing/2014/main" id="{2A60302F-65DB-4E93-B6C3-49E64C44FB53}"/>
              </a:ext>
            </a:extLst>
          </p:cNvPr>
          <p:cNvSpPr>
            <a:spLocks noGrp="1"/>
          </p:cNvSpPr>
          <p:nvPr>
            <p:ph type="body" sz="quarter" idx="14" hasCustomPrompt="1"/>
          </p:nvPr>
        </p:nvSpPr>
        <p:spPr>
          <a:xfrm>
            <a:off x="457200" y="2779776"/>
            <a:ext cx="3465576" cy="3255264"/>
          </a:xfrm>
          <a:prstGeom prst="rect">
            <a:avLst/>
          </a:prstGeom>
        </p:spPr>
        <p:txBody>
          <a:bodyPr/>
          <a:lstStyle>
            <a:lvl1pPr marL="0" indent="0">
              <a:lnSpc>
                <a:spcPts val="3000"/>
              </a:lnSpc>
              <a:spcBef>
                <a:spcPts val="0"/>
              </a:spcBef>
              <a:buNone/>
              <a:defRPr sz="1800">
                <a:solidFill>
                  <a:schemeClr val="tx1"/>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Click to edit text</a:t>
            </a:r>
          </a:p>
        </p:txBody>
      </p:sp>
      <p:sp>
        <p:nvSpPr>
          <p:cNvPr id="7" name="Picture Placeholder 6">
            <a:extLst>
              <a:ext uri="{FF2B5EF4-FFF2-40B4-BE49-F238E27FC236}">
                <a16:creationId xmlns:a16="http://schemas.microsoft.com/office/drawing/2014/main" id="{9A66F217-0E52-4AD8-82BA-AB332C59638C}"/>
              </a:ext>
            </a:extLst>
          </p:cNvPr>
          <p:cNvSpPr>
            <a:spLocks noGrp="1"/>
          </p:cNvSpPr>
          <p:nvPr>
            <p:ph type="pic" sz="quarter" idx="15"/>
          </p:nvPr>
        </p:nvSpPr>
        <p:spPr>
          <a:xfrm>
            <a:off x="4709160" y="960120"/>
            <a:ext cx="6574536" cy="5074920"/>
          </a:xfrm>
          <a:prstGeom prst="rect">
            <a:avLst/>
          </a:prstGeom>
        </p:spPr>
        <p:txBody>
          <a:bodyPr anchor="ctr"/>
          <a:lstStyle>
            <a:lvl1pPr marL="0" indent="0" algn="ctr">
              <a:buNone/>
              <a:defRPr>
                <a:solidFill>
                  <a:schemeClr val="bg1"/>
                </a:solidFill>
              </a:defRPr>
            </a:lvl1pPr>
          </a:lstStyle>
          <a:p>
            <a:endParaRPr lang="en-US" dirty="0"/>
          </a:p>
        </p:txBody>
      </p:sp>
      <p:sp>
        <p:nvSpPr>
          <p:cNvPr id="13" name="Rectangle 12">
            <a:extLst>
              <a:ext uri="{FF2B5EF4-FFF2-40B4-BE49-F238E27FC236}">
                <a16:creationId xmlns:a16="http://schemas.microsoft.com/office/drawing/2014/main" id="{FDF3E524-6AEB-4529-804C-0B9CD9992050}"/>
              </a:ext>
            </a:extLst>
          </p:cNvPr>
          <p:cNvSpPr/>
          <p:nvPr userDrawn="1"/>
        </p:nvSpPr>
        <p:spPr>
          <a:xfrm>
            <a:off x="228600" y="241300"/>
            <a:ext cx="11772900" cy="6400800"/>
          </a:xfrm>
          <a:prstGeom prst="rect">
            <a:avLst/>
          </a:prstGeom>
          <a:noFill/>
          <a:ln w="254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4" name="Straight Connector 13">
            <a:extLst>
              <a:ext uri="{FF2B5EF4-FFF2-40B4-BE49-F238E27FC236}">
                <a16:creationId xmlns:a16="http://schemas.microsoft.com/office/drawing/2014/main" id="{4CFF2CAC-AD21-48FA-AD68-A643AAA6A8C4}"/>
              </a:ext>
            </a:extLst>
          </p:cNvPr>
          <p:cNvCxnSpPr>
            <a:cxnSpLocks/>
          </p:cNvCxnSpPr>
          <p:nvPr userDrawn="1"/>
        </p:nvCxnSpPr>
        <p:spPr>
          <a:xfrm>
            <a:off x="228600" y="2415910"/>
            <a:ext cx="4022558" cy="0"/>
          </a:xfrm>
          <a:prstGeom prst="line">
            <a:avLst/>
          </a:prstGeom>
          <a:ln w="25400">
            <a:solidFill>
              <a:schemeClr val="accent5"/>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3379CA9-81D6-424A-8046-4B56E1D25059}"/>
              </a:ext>
            </a:extLst>
          </p:cNvPr>
          <p:cNvSpPr>
            <a:spLocks noGrp="1"/>
          </p:cNvSpPr>
          <p:nvPr>
            <p:ph type="title"/>
          </p:nvPr>
        </p:nvSpPr>
        <p:spPr>
          <a:xfrm>
            <a:off x="457199" y="1371600"/>
            <a:ext cx="3619501" cy="877824"/>
          </a:xfrm>
        </p:spPr>
        <p:txBody>
          <a:bodyPr/>
          <a:lstStyle>
            <a:lvl1pPr>
              <a:lnSpc>
                <a:spcPts val="4320"/>
              </a:lnSpc>
              <a:defRPr>
                <a:solidFill>
                  <a:schemeClr val="tx1"/>
                </a:solidFill>
              </a:defRPr>
            </a:lvl1pPr>
          </a:lstStyle>
          <a:p>
            <a:r>
              <a:rPr lang="en-US" dirty="0"/>
              <a:t>Click to edit Master title style</a:t>
            </a:r>
          </a:p>
        </p:txBody>
      </p:sp>
    </p:spTree>
    <p:extLst>
      <p:ext uri="{BB962C8B-B14F-4D97-AF65-F5344CB8AC3E}">
        <p14:creationId xmlns:p14="http://schemas.microsoft.com/office/powerpoint/2010/main" val="2512255900"/>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alette Star of the show">
    <p:bg>
      <p:bgPr>
        <a:solidFill>
          <a:schemeClr val="bg1">
            <a:lumMod val="8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79CA9-81D6-424A-8046-4B56E1D25059}"/>
              </a:ext>
            </a:extLst>
          </p:cNvPr>
          <p:cNvSpPr>
            <a:spLocks noGrp="1"/>
          </p:cNvSpPr>
          <p:nvPr>
            <p:ph type="title" hasCustomPrompt="1"/>
          </p:nvPr>
        </p:nvSpPr>
        <p:spPr>
          <a:xfrm>
            <a:off x="457199" y="2569464"/>
            <a:ext cx="3619501" cy="1179576"/>
          </a:xfrm>
        </p:spPr>
        <p:txBody>
          <a:bodyPr anchor="t" anchorCtr="0">
            <a:normAutofit/>
          </a:bodyPr>
          <a:lstStyle>
            <a:lvl1pPr>
              <a:lnSpc>
                <a:spcPts val="4000"/>
              </a:lnSpc>
              <a:defRPr sz="3200"/>
            </a:lvl1pPr>
          </a:lstStyle>
          <a:p>
            <a:r>
              <a:rPr lang="en-US" dirty="0"/>
              <a:t>Click to edit title</a:t>
            </a:r>
          </a:p>
        </p:txBody>
      </p:sp>
      <p:sp>
        <p:nvSpPr>
          <p:cNvPr id="9" name="Picture Placeholder 8">
            <a:extLst>
              <a:ext uri="{FF2B5EF4-FFF2-40B4-BE49-F238E27FC236}">
                <a16:creationId xmlns:a16="http://schemas.microsoft.com/office/drawing/2014/main" id="{B2F51F73-5064-47F8-83FD-440E0ED1950B}"/>
              </a:ext>
            </a:extLst>
          </p:cNvPr>
          <p:cNvSpPr>
            <a:spLocks noGrp="1"/>
          </p:cNvSpPr>
          <p:nvPr>
            <p:ph type="pic" sz="quarter" idx="13"/>
          </p:nvPr>
        </p:nvSpPr>
        <p:spPr>
          <a:xfrm>
            <a:off x="4279392" y="1463040"/>
            <a:ext cx="1499616" cy="2194560"/>
          </a:xfrm>
          <a:prstGeom prst="rect">
            <a:avLst/>
          </a:prstGeom>
        </p:spPr>
        <p:txBody>
          <a:bodyPr/>
          <a:lstStyle>
            <a:lvl1pPr>
              <a:defRPr sz="2000"/>
            </a:lvl1pPr>
          </a:lstStyle>
          <a:p>
            <a:endParaRPr lang="en-US" dirty="0"/>
          </a:p>
        </p:txBody>
      </p:sp>
      <p:sp>
        <p:nvSpPr>
          <p:cNvPr id="18" name="Picture Placeholder 8">
            <a:extLst>
              <a:ext uri="{FF2B5EF4-FFF2-40B4-BE49-F238E27FC236}">
                <a16:creationId xmlns:a16="http://schemas.microsoft.com/office/drawing/2014/main" id="{06FF689A-8221-42E8-96D4-ED4D3AD501F8}"/>
              </a:ext>
            </a:extLst>
          </p:cNvPr>
          <p:cNvSpPr>
            <a:spLocks noGrp="1"/>
          </p:cNvSpPr>
          <p:nvPr>
            <p:ph type="pic" sz="quarter" idx="14"/>
          </p:nvPr>
        </p:nvSpPr>
        <p:spPr>
          <a:xfrm>
            <a:off x="6227064" y="1463040"/>
            <a:ext cx="1499616" cy="2194560"/>
          </a:xfrm>
          <a:prstGeom prst="rect">
            <a:avLst/>
          </a:prstGeom>
        </p:spPr>
        <p:txBody>
          <a:bodyPr/>
          <a:lstStyle>
            <a:lvl1pPr>
              <a:defRPr sz="2000"/>
            </a:lvl1pPr>
          </a:lstStyle>
          <a:p>
            <a:endParaRPr lang="en-US" dirty="0"/>
          </a:p>
        </p:txBody>
      </p:sp>
      <p:sp>
        <p:nvSpPr>
          <p:cNvPr id="19" name="Picture Placeholder 8">
            <a:extLst>
              <a:ext uri="{FF2B5EF4-FFF2-40B4-BE49-F238E27FC236}">
                <a16:creationId xmlns:a16="http://schemas.microsoft.com/office/drawing/2014/main" id="{96424DB2-4D46-493F-A5B8-8901EDA394F2}"/>
              </a:ext>
            </a:extLst>
          </p:cNvPr>
          <p:cNvSpPr>
            <a:spLocks noGrp="1"/>
          </p:cNvSpPr>
          <p:nvPr>
            <p:ph type="pic" sz="quarter" idx="15"/>
          </p:nvPr>
        </p:nvSpPr>
        <p:spPr>
          <a:xfrm>
            <a:off x="8174736" y="1463040"/>
            <a:ext cx="1499616" cy="2194560"/>
          </a:xfrm>
          <a:prstGeom prst="rect">
            <a:avLst/>
          </a:prstGeom>
        </p:spPr>
        <p:txBody>
          <a:bodyPr/>
          <a:lstStyle>
            <a:lvl1pPr>
              <a:defRPr sz="2000"/>
            </a:lvl1pPr>
          </a:lstStyle>
          <a:p>
            <a:endParaRPr lang="en-US" dirty="0"/>
          </a:p>
        </p:txBody>
      </p:sp>
      <p:sp>
        <p:nvSpPr>
          <p:cNvPr id="20" name="Picture Placeholder 8">
            <a:extLst>
              <a:ext uri="{FF2B5EF4-FFF2-40B4-BE49-F238E27FC236}">
                <a16:creationId xmlns:a16="http://schemas.microsoft.com/office/drawing/2014/main" id="{0AF2B6E1-5738-41B1-8C15-EA6715490140}"/>
              </a:ext>
            </a:extLst>
          </p:cNvPr>
          <p:cNvSpPr>
            <a:spLocks noGrp="1"/>
          </p:cNvSpPr>
          <p:nvPr>
            <p:ph type="pic" sz="quarter" idx="16"/>
          </p:nvPr>
        </p:nvSpPr>
        <p:spPr>
          <a:xfrm>
            <a:off x="10122408" y="1463040"/>
            <a:ext cx="1499616" cy="2194560"/>
          </a:xfrm>
          <a:prstGeom prst="rect">
            <a:avLst/>
          </a:prstGeom>
        </p:spPr>
        <p:txBody>
          <a:bodyPr/>
          <a:lstStyle>
            <a:lvl1pPr>
              <a:defRPr sz="2000"/>
            </a:lvl1pPr>
          </a:lstStyle>
          <a:p>
            <a:endParaRPr lang="en-US" dirty="0"/>
          </a:p>
        </p:txBody>
      </p:sp>
      <p:sp>
        <p:nvSpPr>
          <p:cNvPr id="21" name="Picture Placeholder 8">
            <a:extLst>
              <a:ext uri="{FF2B5EF4-FFF2-40B4-BE49-F238E27FC236}">
                <a16:creationId xmlns:a16="http://schemas.microsoft.com/office/drawing/2014/main" id="{6C8D73EB-347C-4E13-94C8-FA8FADE46559}"/>
              </a:ext>
            </a:extLst>
          </p:cNvPr>
          <p:cNvSpPr>
            <a:spLocks noGrp="1"/>
          </p:cNvSpPr>
          <p:nvPr>
            <p:ph type="pic" sz="quarter" idx="17"/>
          </p:nvPr>
        </p:nvSpPr>
        <p:spPr>
          <a:xfrm>
            <a:off x="4279392" y="4087368"/>
            <a:ext cx="1499616" cy="2194560"/>
          </a:xfrm>
          <a:prstGeom prst="rect">
            <a:avLst/>
          </a:prstGeom>
        </p:spPr>
        <p:txBody>
          <a:bodyPr/>
          <a:lstStyle>
            <a:lvl1pPr>
              <a:defRPr sz="2000"/>
            </a:lvl1pPr>
          </a:lstStyle>
          <a:p>
            <a:endParaRPr lang="en-US" dirty="0"/>
          </a:p>
        </p:txBody>
      </p:sp>
      <p:sp>
        <p:nvSpPr>
          <p:cNvPr id="22" name="Picture Placeholder 8">
            <a:extLst>
              <a:ext uri="{FF2B5EF4-FFF2-40B4-BE49-F238E27FC236}">
                <a16:creationId xmlns:a16="http://schemas.microsoft.com/office/drawing/2014/main" id="{9DFA5C56-9B47-4F87-8E12-30A936274F1B}"/>
              </a:ext>
            </a:extLst>
          </p:cNvPr>
          <p:cNvSpPr>
            <a:spLocks noGrp="1"/>
          </p:cNvSpPr>
          <p:nvPr>
            <p:ph type="pic" sz="quarter" idx="18"/>
          </p:nvPr>
        </p:nvSpPr>
        <p:spPr>
          <a:xfrm>
            <a:off x="6227064" y="4087368"/>
            <a:ext cx="1499616" cy="2194560"/>
          </a:xfrm>
          <a:prstGeom prst="rect">
            <a:avLst/>
          </a:prstGeom>
        </p:spPr>
        <p:txBody>
          <a:bodyPr/>
          <a:lstStyle>
            <a:lvl1pPr>
              <a:defRPr sz="2000"/>
            </a:lvl1pPr>
          </a:lstStyle>
          <a:p>
            <a:endParaRPr lang="en-US" dirty="0"/>
          </a:p>
        </p:txBody>
      </p:sp>
      <p:sp>
        <p:nvSpPr>
          <p:cNvPr id="23" name="Picture Placeholder 8">
            <a:extLst>
              <a:ext uri="{FF2B5EF4-FFF2-40B4-BE49-F238E27FC236}">
                <a16:creationId xmlns:a16="http://schemas.microsoft.com/office/drawing/2014/main" id="{1E3B5888-98ED-48E4-8AA8-5BAB43F8516C}"/>
              </a:ext>
            </a:extLst>
          </p:cNvPr>
          <p:cNvSpPr>
            <a:spLocks noGrp="1"/>
          </p:cNvSpPr>
          <p:nvPr>
            <p:ph type="pic" sz="quarter" idx="19"/>
          </p:nvPr>
        </p:nvSpPr>
        <p:spPr>
          <a:xfrm>
            <a:off x="8174736" y="4087368"/>
            <a:ext cx="1499616" cy="2194560"/>
          </a:xfrm>
          <a:prstGeom prst="rect">
            <a:avLst/>
          </a:prstGeom>
        </p:spPr>
        <p:txBody>
          <a:bodyPr/>
          <a:lstStyle>
            <a:lvl1pPr>
              <a:defRPr sz="2000"/>
            </a:lvl1pPr>
          </a:lstStyle>
          <a:p>
            <a:endParaRPr lang="en-US" dirty="0"/>
          </a:p>
        </p:txBody>
      </p:sp>
      <p:sp>
        <p:nvSpPr>
          <p:cNvPr id="24" name="Picture Placeholder 8">
            <a:extLst>
              <a:ext uri="{FF2B5EF4-FFF2-40B4-BE49-F238E27FC236}">
                <a16:creationId xmlns:a16="http://schemas.microsoft.com/office/drawing/2014/main" id="{569C9EE3-34D1-4DE0-B06C-2F6212F7C329}"/>
              </a:ext>
            </a:extLst>
          </p:cNvPr>
          <p:cNvSpPr>
            <a:spLocks noGrp="1"/>
          </p:cNvSpPr>
          <p:nvPr>
            <p:ph type="pic" sz="quarter" idx="20"/>
          </p:nvPr>
        </p:nvSpPr>
        <p:spPr>
          <a:xfrm>
            <a:off x="10122408" y="4087368"/>
            <a:ext cx="1499616" cy="2194560"/>
          </a:xfrm>
          <a:prstGeom prst="rect">
            <a:avLst/>
          </a:prstGeom>
        </p:spPr>
        <p:txBody>
          <a:bodyPr/>
          <a:lstStyle>
            <a:lvl1pPr>
              <a:defRPr sz="2000"/>
            </a:lvl1pPr>
          </a:lstStyle>
          <a:p>
            <a:endParaRPr lang="en-US" dirty="0"/>
          </a:p>
        </p:txBody>
      </p:sp>
    </p:spTree>
    <p:extLst>
      <p:ext uri="{BB962C8B-B14F-4D97-AF65-F5344CB8AC3E}">
        <p14:creationId xmlns:p14="http://schemas.microsoft.com/office/powerpoint/2010/main" val="15539207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mmersive palette Star of the show">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462B86F-90E5-425E-9F83-8477D8111E1D}"/>
              </a:ext>
            </a:extLst>
          </p:cNvPr>
          <p:cNvSpPr/>
          <p:nvPr userDrawn="1"/>
        </p:nvSpPr>
        <p:spPr>
          <a:xfrm>
            <a:off x="0" y="495300"/>
            <a:ext cx="6057900" cy="13335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F5269853-3C2C-4F9C-B1BB-E00F7A1DB9E1}"/>
              </a:ext>
            </a:extLst>
          </p:cNvPr>
          <p:cNvSpPr/>
          <p:nvPr userDrawn="1"/>
        </p:nvSpPr>
        <p:spPr>
          <a:xfrm>
            <a:off x="6530703" y="495300"/>
            <a:ext cx="2931587" cy="26289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93759D58-52AF-4785-8A33-F528F46D88A3}"/>
              </a:ext>
            </a:extLst>
          </p:cNvPr>
          <p:cNvSpPr/>
          <p:nvPr userDrawn="1"/>
        </p:nvSpPr>
        <p:spPr>
          <a:xfrm>
            <a:off x="8852618" y="3863713"/>
            <a:ext cx="2921000" cy="2590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6AD3E0F4-EC0D-43C2-AC84-A53134C8566E}"/>
              </a:ext>
            </a:extLst>
          </p:cNvPr>
          <p:cNvSpPr/>
          <p:nvPr userDrawn="1"/>
        </p:nvSpPr>
        <p:spPr>
          <a:xfrm>
            <a:off x="228600" y="241300"/>
            <a:ext cx="11772900" cy="6400800"/>
          </a:xfrm>
          <a:prstGeom prst="rect">
            <a:avLst/>
          </a:prstGeom>
          <a:no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3379CA9-81D6-424A-8046-4B56E1D25059}"/>
              </a:ext>
            </a:extLst>
          </p:cNvPr>
          <p:cNvSpPr>
            <a:spLocks noGrp="1"/>
          </p:cNvSpPr>
          <p:nvPr>
            <p:ph type="title"/>
          </p:nvPr>
        </p:nvSpPr>
        <p:spPr>
          <a:xfrm>
            <a:off x="457199" y="914400"/>
            <a:ext cx="5638801" cy="1572126"/>
          </a:xfrm>
        </p:spPr>
        <p:txBody>
          <a:bodyPr anchor="t" anchorCtr="0">
            <a:noAutofit/>
          </a:bodyPr>
          <a:lstStyle>
            <a:lvl1pPr>
              <a:defRPr>
                <a:solidFill>
                  <a:schemeClr val="tx1"/>
                </a:solidFill>
              </a:defRPr>
            </a:lvl1pPr>
          </a:lstStyle>
          <a:p>
            <a:r>
              <a:rPr lang="en-US" dirty="0"/>
              <a:t>Click to edit Master title style</a:t>
            </a:r>
          </a:p>
        </p:txBody>
      </p:sp>
      <p:sp>
        <p:nvSpPr>
          <p:cNvPr id="10" name="Text Placeholder 9">
            <a:extLst>
              <a:ext uri="{FF2B5EF4-FFF2-40B4-BE49-F238E27FC236}">
                <a16:creationId xmlns:a16="http://schemas.microsoft.com/office/drawing/2014/main" id="{2A60302F-65DB-4E93-B6C3-49E64C44FB53}"/>
              </a:ext>
            </a:extLst>
          </p:cNvPr>
          <p:cNvSpPr>
            <a:spLocks noGrp="1"/>
          </p:cNvSpPr>
          <p:nvPr>
            <p:ph type="body" sz="quarter" idx="14" hasCustomPrompt="1"/>
          </p:nvPr>
        </p:nvSpPr>
        <p:spPr>
          <a:xfrm>
            <a:off x="457200" y="2489200"/>
            <a:ext cx="5202936" cy="3547872"/>
          </a:xfrm>
          <a:prstGeom prst="rect">
            <a:avLst/>
          </a:prstGeom>
        </p:spPr>
        <p:txBody>
          <a:bodyPr/>
          <a:lstStyle>
            <a:lvl1pPr marL="0" indent="0">
              <a:lnSpc>
                <a:spcPts val="3000"/>
              </a:lnSpc>
              <a:spcBef>
                <a:spcPts val="0"/>
              </a:spcBef>
              <a:buNone/>
              <a:defRPr sz="1800">
                <a:solidFill>
                  <a:schemeClr val="tx1"/>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Click to edit text</a:t>
            </a:r>
          </a:p>
        </p:txBody>
      </p:sp>
      <p:sp>
        <p:nvSpPr>
          <p:cNvPr id="7" name="Picture Placeholder 6">
            <a:extLst>
              <a:ext uri="{FF2B5EF4-FFF2-40B4-BE49-F238E27FC236}">
                <a16:creationId xmlns:a16="http://schemas.microsoft.com/office/drawing/2014/main" id="{9A66F217-0E52-4AD8-82BA-AB332C59638C}"/>
              </a:ext>
            </a:extLst>
          </p:cNvPr>
          <p:cNvSpPr>
            <a:spLocks noGrp="1"/>
          </p:cNvSpPr>
          <p:nvPr>
            <p:ph type="pic" sz="quarter" idx="15"/>
          </p:nvPr>
        </p:nvSpPr>
        <p:spPr>
          <a:xfrm>
            <a:off x="6997700" y="914400"/>
            <a:ext cx="4334256" cy="5093208"/>
          </a:xfrm>
          <a:prstGeom prst="rect">
            <a:avLst/>
          </a:prstGeom>
          <a:solidFill>
            <a:schemeClr val="accent3"/>
          </a:solidFill>
        </p:spPr>
        <p:txBody>
          <a:bodyPr anchor="ctr"/>
          <a:lstStyle>
            <a:lvl1pPr marL="0" indent="0" algn="ctr">
              <a:buNone/>
              <a:defRPr/>
            </a:lvl1pPr>
          </a:lstStyle>
          <a:p>
            <a:endParaRPr lang="en-US" dirty="0"/>
          </a:p>
        </p:txBody>
      </p:sp>
    </p:spTree>
    <p:extLst>
      <p:ext uri="{BB962C8B-B14F-4D97-AF65-F5344CB8AC3E}">
        <p14:creationId xmlns:p14="http://schemas.microsoft.com/office/powerpoint/2010/main" val="3180366801"/>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alette Amusements">
    <p:bg>
      <p:bgPr>
        <a:solidFill>
          <a:schemeClr val="bg1">
            <a:lumMod val="8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379CA9-81D6-424A-8046-4B56E1D25059}"/>
              </a:ext>
            </a:extLst>
          </p:cNvPr>
          <p:cNvSpPr>
            <a:spLocks noGrp="1"/>
          </p:cNvSpPr>
          <p:nvPr>
            <p:ph type="title" hasCustomPrompt="1"/>
          </p:nvPr>
        </p:nvSpPr>
        <p:spPr>
          <a:xfrm>
            <a:off x="457199" y="2569464"/>
            <a:ext cx="3619501" cy="1179576"/>
          </a:xfrm>
        </p:spPr>
        <p:txBody>
          <a:bodyPr anchor="b" anchorCtr="0">
            <a:normAutofit/>
          </a:bodyPr>
          <a:lstStyle>
            <a:lvl1pPr>
              <a:lnSpc>
                <a:spcPts val="4000"/>
              </a:lnSpc>
              <a:defRPr sz="3200"/>
            </a:lvl1pPr>
          </a:lstStyle>
          <a:p>
            <a:r>
              <a:rPr lang="en-US" dirty="0"/>
              <a:t>Click to edit title</a:t>
            </a:r>
          </a:p>
        </p:txBody>
      </p:sp>
      <p:sp>
        <p:nvSpPr>
          <p:cNvPr id="9" name="Picture Placeholder 8">
            <a:extLst>
              <a:ext uri="{FF2B5EF4-FFF2-40B4-BE49-F238E27FC236}">
                <a16:creationId xmlns:a16="http://schemas.microsoft.com/office/drawing/2014/main" id="{B2F51F73-5064-47F8-83FD-440E0ED1950B}"/>
              </a:ext>
            </a:extLst>
          </p:cNvPr>
          <p:cNvSpPr>
            <a:spLocks noGrp="1"/>
          </p:cNvSpPr>
          <p:nvPr>
            <p:ph type="pic" sz="quarter" idx="13"/>
          </p:nvPr>
        </p:nvSpPr>
        <p:spPr>
          <a:xfrm>
            <a:off x="4279392" y="1463040"/>
            <a:ext cx="1499616" cy="2194560"/>
          </a:xfrm>
          <a:prstGeom prst="rect">
            <a:avLst/>
          </a:prstGeom>
        </p:spPr>
        <p:txBody>
          <a:bodyPr/>
          <a:lstStyle>
            <a:lvl1pPr>
              <a:defRPr sz="2000"/>
            </a:lvl1pPr>
          </a:lstStyle>
          <a:p>
            <a:endParaRPr lang="en-US" dirty="0"/>
          </a:p>
        </p:txBody>
      </p:sp>
      <p:sp>
        <p:nvSpPr>
          <p:cNvPr id="18" name="Picture Placeholder 8">
            <a:extLst>
              <a:ext uri="{FF2B5EF4-FFF2-40B4-BE49-F238E27FC236}">
                <a16:creationId xmlns:a16="http://schemas.microsoft.com/office/drawing/2014/main" id="{06FF689A-8221-42E8-96D4-ED4D3AD501F8}"/>
              </a:ext>
            </a:extLst>
          </p:cNvPr>
          <p:cNvSpPr>
            <a:spLocks noGrp="1"/>
          </p:cNvSpPr>
          <p:nvPr>
            <p:ph type="pic" sz="quarter" idx="14"/>
          </p:nvPr>
        </p:nvSpPr>
        <p:spPr>
          <a:xfrm>
            <a:off x="6227064" y="1463040"/>
            <a:ext cx="1499616" cy="2194560"/>
          </a:xfrm>
          <a:prstGeom prst="rect">
            <a:avLst/>
          </a:prstGeom>
        </p:spPr>
        <p:txBody>
          <a:bodyPr/>
          <a:lstStyle>
            <a:lvl1pPr>
              <a:defRPr sz="2000"/>
            </a:lvl1pPr>
          </a:lstStyle>
          <a:p>
            <a:endParaRPr lang="en-US" dirty="0"/>
          </a:p>
        </p:txBody>
      </p:sp>
      <p:sp>
        <p:nvSpPr>
          <p:cNvPr id="19" name="Picture Placeholder 8">
            <a:extLst>
              <a:ext uri="{FF2B5EF4-FFF2-40B4-BE49-F238E27FC236}">
                <a16:creationId xmlns:a16="http://schemas.microsoft.com/office/drawing/2014/main" id="{96424DB2-4D46-493F-A5B8-8901EDA394F2}"/>
              </a:ext>
            </a:extLst>
          </p:cNvPr>
          <p:cNvSpPr>
            <a:spLocks noGrp="1"/>
          </p:cNvSpPr>
          <p:nvPr>
            <p:ph type="pic" sz="quarter" idx="15"/>
          </p:nvPr>
        </p:nvSpPr>
        <p:spPr>
          <a:xfrm>
            <a:off x="8174736" y="1463040"/>
            <a:ext cx="1499616" cy="2194560"/>
          </a:xfrm>
          <a:prstGeom prst="rect">
            <a:avLst/>
          </a:prstGeom>
        </p:spPr>
        <p:txBody>
          <a:bodyPr/>
          <a:lstStyle>
            <a:lvl1pPr>
              <a:defRPr sz="2000"/>
            </a:lvl1pPr>
          </a:lstStyle>
          <a:p>
            <a:endParaRPr lang="en-US" dirty="0"/>
          </a:p>
        </p:txBody>
      </p:sp>
      <p:sp>
        <p:nvSpPr>
          <p:cNvPr id="20" name="Picture Placeholder 8">
            <a:extLst>
              <a:ext uri="{FF2B5EF4-FFF2-40B4-BE49-F238E27FC236}">
                <a16:creationId xmlns:a16="http://schemas.microsoft.com/office/drawing/2014/main" id="{0AF2B6E1-5738-41B1-8C15-EA6715490140}"/>
              </a:ext>
            </a:extLst>
          </p:cNvPr>
          <p:cNvSpPr>
            <a:spLocks noGrp="1"/>
          </p:cNvSpPr>
          <p:nvPr>
            <p:ph type="pic" sz="quarter" idx="16"/>
          </p:nvPr>
        </p:nvSpPr>
        <p:spPr>
          <a:xfrm>
            <a:off x="10122408" y="1463040"/>
            <a:ext cx="1499616" cy="2194560"/>
          </a:xfrm>
          <a:prstGeom prst="rect">
            <a:avLst/>
          </a:prstGeom>
        </p:spPr>
        <p:txBody>
          <a:bodyPr/>
          <a:lstStyle>
            <a:lvl1pPr>
              <a:defRPr sz="2000"/>
            </a:lvl1pPr>
          </a:lstStyle>
          <a:p>
            <a:endParaRPr lang="en-US" dirty="0"/>
          </a:p>
        </p:txBody>
      </p:sp>
      <p:sp>
        <p:nvSpPr>
          <p:cNvPr id="21" name="Picture Placeholder 8">
            <a:extLst>
              <a:ext uri="{FF2B5EF4-FFF2-40B4-BE49-F238E27FC236}">
                <a16:creationId xmlns:a16="http://schemas.microsoft.com/office/drawing/2014/main" id="{6C8D73EB-347C-4E13-94C8-FA8FADE46559}"/>
              </a:ext>
            </a:extLst>
          </p:cNvPr>
          <p:cNvSpPr>
            <a:spLocks noGrp="1"/>
          </p:cNvSpPr>
          <p:nvPr>
            <p:ph type="pic" sz="quarter" idx="17"/>
          </p:nvPr>
        </p:nvSpPr>
        <p:spPr>
          <a:xfrm>
            <a:off x="4279392" y="4087368"/>
            <a:ext cx="1499616" cy="2194560"/>
          </a:xfrm>
          <a:prstGeom prst="rect">
            <a:avLst/>
          </a:prstGeom>
        </p:spPr>
        <p:txBody>
          <a:bodyPr/>
          <a:lstStyle>
            <a:lvl1pPr>
              <a:defRPr sz="2000"/>
            </a:lvl1pPr>
          </a:lstStyle>
          <a:p>
            <a:endParaRPr lang="en-US" dirty="0"/>
          </a:p>
        </p:txBody>
      </p:sp>
      <p:sp>
        <p:nvSpPr>
          <p:cNvPr id="22" name="Picture Placeholder 8">
            <a:extLst>
              <a:ext uri="{FF2B5EF4-FFF2-40B4-BE49-F238E27FC236}">
                <a16:creationId xmlns:a16="http://schemas.microsoft.com/office/drawing/2014/main" id="{9DFA5C56-9B47-4F87-8E12-30A936274F1B}"/>
              </a:ext>
            </a:extLst>
          </p:cNvPr>
          <p:cNvSpPr>
            <a:spLocks noGrp="1"/>
          </p:cNvSpPr>
          <p:nvPr>
            <p:ph type="pic" sz="quarter" idx="18"/>
          </p:nvPr>
        </p:nvSpPr>
        <p:spPr>
          <a:xfrm>
            <a:off x="6227064" y="4087368"/>
            <a:ext cx="1499616" cy="2194560"/>
          </a:xfrm>
          <a:prstGeom prst="rect">
            <a:avLst/>
          </a:prstGeom>
        </p:spPr>
        <p:txBody>
          <a:bodyPr/>
          <a:lstStyle>
            <a:lvl1pPr>
              <a:defRPr sz="2000"/>
            </a:lvl1pPr>
          </a:lstStyle>
          <a:p>
            <a:endParaRPr lang="en-US" dirty="0"/>
          </a:p>
        </p:txBody>
      </p:sp>
      <p:sp>
        <p:nvSpPr>
          <p:cNvPr id="23" name="Picture Placeholder 8">
            <a:extLst>
              <a:ext uri="{FF2B5EF4-FFF2-40B4-BE49-F238E27FC236}">
                <a16:creationId xmlns:a16="http://schemas.microsoft.com/office/drawing/2014/main" id="{1E3B5888-98ED-48E4-8AA8-5BAB43F8516C}"/>
              </a:ext>
            </a:extLst>
          </p:cNvPr>
          <p:cNvSpPr>
            <a:spLocks noGrp="1"/>
          </p:cNvSpPr>
          <p:nvPr>
            <p:ph type="pic" sz="quarter" idx="19"/>
          </p:nvPr>
        </p:nvSpPr>
        <p:spPr>
          <a:xfrm>
            <a:off x="8174736" y="4087368"/>
            <a:ext cx="1499616" cy="2194560"/>
          </a:xfrm>
          <a:prstGeom prst="rect">
            <a:avLst/>
          </a:prstGeom>
        </p:spPr>
        <p:txBody>
          <a:bodyPr/>
          <a:lstStyle>
            <a:lvl1pPr>
              <a:defRPr sz="2000"/>
            </a:lvl1pPr>
          </a:lstStyle>
          <a:p>
            <a:endParaRPr lang="en-US" dirty="0"/>
          </a:p>
        </p:txBody>
      </p:sp>
      <p:sp>
        <p:nvSpPr>
          <p:cNvPr id="24" name="Picture Placeholder 8">
            <a:extLst>
              <a:ext uri="{FF2B5EF4-FFF2-40B4-BE49-F238E27FC236}">
                <a16:creationId xmlns:a16="http://schemas.microsoft.com/office/drawing/2014/main" id="{569C9EE3-34D1-4DE0-B06C-2F6212F7C329}"/>
              </a:ext>
            </a:extLst>
          </p:cNvPr>
          <p:cNvSpPr>
            <a:spLocks noGrp="1"/>
          </p:cNvSpPr>
          <p:nvPr>
            <p:ph type="pic" sz="quarter" idx="20"/>
          </p:nvPr>
        </p:nvSpPr>
        <p:spPr>
          <a:xfrm>
            <a:off x="10122408" y="4087368"/>
            <a:ext cx="1499616" cy="2194560"/>
          </a:xfrm>
          <a:prstGeom prst="rect">
            <a:avLst/>
          </a:prstGeom>
        </p:spPr>
        <p:txBody>
          <a:bodyPr/>
          <a:lstStyle>
            <a:lvl1pPr>
              <a:defRPr sz="2000"/>
            </a:lvl1pPr>
          </a:lstStyle>
          <a:p>
            <a:endParaRPr lang="en-US" dirty="0"/>
          </a:p>
        </p:txBody>
      </p:sp>
    </p:spTree>
    <p:extLst>
      <p:ext uri="{BB962C8B-B14F-4D97-AF65-F5344CB8AC3E}">
        <p14:creationId xmlns:p14="http://schemas.microsoft.com/office/powerpoint/2010/main" val="15428899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mmersive palette Amusements">
    <p:bg>
      <p:bgPr>
        <a:solidFill>
          <a:schemeClr val="bg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3A3BC27-A809-4F76-931E-2DE01059A5AB}"/>
              </a:ext>
            </a:extLst>
          </p:cNvPr>
          <p:cNvSpPr/>
          <p:nvPr userDrawn="1"/>
        </p:nvSpPr>
        <p:spPr>
          <a:xfrm>
            <a:off x="6712974" y="1651000"/>
            <a:ext cx="460459" cy="5207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D96A5108-5EBA-43CE-BA4A-DA9EEF5D808A}"/>
              </a:ext>
            </a:extLst>
          </p:cNvPr>
          <p:cNvSpPr/>
          <p:nvPr userDrawn="1"/>
        </p:nvSpPr>
        <p:spPr>
          <a:xfrm>
            <a:off x="9271000" y="0"/>
            <a:ext cx="2921000" cy="53975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E2712910-50D0-4906-AB08-F37D02F96D4A}"/>
              </a:ext>
            </a:extLst>
          </p:cNvPr>
          <p:cNvSpPr/>
          <p:nvPr userDrawn="1"/>
        </p:nvSpPr>
        <p:spPr>
          <a:xfrm>
            <a:off x="0" y="2387600"/>
            <a:ext cx="5461000" cy="2159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DAC760C-BE23-4DA2-A294-3B5668F8AECA}"/>
              </a:ext>
            </a:extLst>
          </p:cNvPr>
          <p:cNvSpPr/>
          <p:nvPr userDrawn="1"/>
        </p:nvSpPr>
        <p:spPr>
          <a:xfrm>
            <a:off x="228600" y="241300"/>
            <a:ext cx="11772900" cy="6400800"/>
          </a:xfrm>
          <a:prstGeom prst="rect">
            <a:avLst/>
          </a:prstGeom>
          <a:noFill/>
          <a:ln w="254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3379CA9-81D6-424A-8046-4B56E1D25059}"/>
              </a:ext>
            </a:extLst>
          </p:cNvPr>
          <p:cNvSpPr>
            <a:spLocks noGrp="1"/>
          </p:cNvSpPr>
          <p:nvPr>
            <p:ph type="title"/>
          </p:nvPr>
        </p:nvSpPr>
        <p:spPr>
          <a:xfrm>
            <a:off x="457199" y="914400"/>
            <a:ext cx="5605272" cy="1572126"/>
          </a:xfrm>
        </p:spPr>
        <p:txBody>
          <a:bodyPr anchor="ctr" anchorCtr="0"/>
          <a:lstStyle>
            <a:lvl1pPr>
              <a:defRPr>
                <a:solidFill>
                  <a:schemeClr val="bg1"/>
                </a:solidFill>
              </a:defRPr>
            </a:lvl1pPr>
          </a:lstStyle>
          <a:p>
            <a:r>
              <a:rPr lang="en-US" dirty="0"/>
              <a:t>Click to edit Master title style</a:t>
            </a:r>
          </a:p>
        </p:txBody>
      </p:sp>
      <p:sp>
        <p:nvSpPr>
          <p:cNvPr id="10" name="Text Placeholder 9">
            <a:extLst>
              <a:ext uri="{FF2B5EF4-FFF2-40B4-BE49-F238E27FC236}">
                <a16:creationId xmlns:a16="http://schemas.microsoft.com/office/drawing/2014/main" id="{2A60302F-65DB-4E93-B6C3-49E64C44FB53}"/>
              </a:ext>
            </a:extLst>
          </p:cNvPr>
          <p:cNvSpPr>
            <a:spLocks noGrp="1"/>
          </p:cNvSpPr>
          <p:nvPr>
            <p:ph type="body" sz="quarter" idx="14" hasCustomPrompt="1"/>
          </p:nvPr>
        </p:nvSpPr>
        <p:spPr>
          <a:xfrm>
            <a:off x="457200" y="3072384"/>
            <a:ext cx="4946904" cy="2871216"/>
          </a:xfrm>
          <a:prstGeom prst="rect">
            <a:avLst/>
          </a:prstGeom>
        </p:spPr>
        <p:txBody>
          <a:bodyPr/>
          <a:lstStyle>
            <a:lvl1pPr marL="0" indent="0">
              <a:lnSpc>
                <a:spcPts val="3000"/>
              </a:lnSpc>
              <a:spcBef>
                <a:spcPts val="0"/>
              </a:spcBef>
              <a:buNone/>
              <a:defRPr sz="1800">
                <a:solidFill>
                  <a:schemeClr val="bg1"/>
                </a:solidFill>
              </a:defRPr>
            </a:lvl1pPr>
            <a:lvl2pPr marL="457200" indent="0">
              <a:buNone/>
              <a:defRPr sz="2400"/>
            </a:lvl2pPr>
            <a:lvl3pPr marL="914400" indent="0">
              <a:buNone/>
              <a:defRPr sz="2400"/>
            </a:lvl3pPr>
            <a:lvl4pPr marL="1371600" indent="0">
              <a:buNone/>
              <a:defRPr sz="2400"/>
            </a:lvl4pPr>
            <a:lvl5pPr marL="1828800" indent="0">
              <a:buNone/>
              <a:defRPr sz="2400"/>
            </a:lvl5pPr>
          </a:lstStyle>
          <a:p>
            <a:pPr lvl="0"/>
            <a:r>
              <a:rPr lang="en-US"/>
              <a:t>Click to edit text</a:t>
            </a:r>
          </a:p>
        </p:txBody>
      </p:sp>
      <p:sp>
        <p:nvSpPr>
          <p:cNvPr id="7" name="Picture Placeholder 6">
            <a:extLst>
              <a:ext uri="{FF2B5EF4-FFF2-40B4-BE49-F238E27FC236}">
                <a16:creationId xmlns:a16="http://schemas.microsoft.com/office/drawing/2014/main" id="{9A66F217-0E52-4AD8-82BA-AB332C59638C}"/>
              </a:ext>
            </a:extLst>
          </p:cNvPr>
          <p:cNvSpPr>
            <a:spLocks noGrp="1"/>
          </p:cNvSpPr>
          <p:nvPr>
            <p:ph type="pic" sz="quarter" idx="15"/>
          </p:nvPr>
        </p:nvSpPr>
        <p:spPr>
          <a:xfrm>
            <a:off x="7178040" y="457200"/>
            <a:ext cx="4562856" cy="6400800"/>
          </a:xfrm>
          <a:prstGeom prst="rect">
            <a:avLst/>
          </a:prstGeom>
          <a:solidFill>
            <a:schemeClr val="accent5">
              <a:lumMod val="20000"/>
              <a:lumOff val="80000"/>
            </a:schemeClr>
          </a:solidFill>
        </p:spPr>
        <p:txBody>
          <a:bodyPr anchor="ctr"/>
          <a:lstStyle>
            <a:lvl1pPr marL="0" indent="0" algn="ctr">
              <a:buNone/>
              <a:defRPr/>
            </a:lvl1pPr>
          </a:lstStyle>
          <a:p>
            <a:endParaRPr lang="en-US" dirty="0"/>
          </a:p>
        </p:txBody>
      </p:sp>
    </p:spTree>
    <p:extLst>
      <p:ext uri="{BB962C8B-B14F-4D97-AF65-F5344CB8AC3E}">
        <p14:creationId xmlns:p14="http://schemas.microsoft.com/office/powerpoint/2010/main" val="4037176041"/>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7.xml"/><Relationship Id="rId1" Type="http://schemas.openxmlformats.org/officeDocument/2006/relationships/slideLayout" Target="../slideLayouts/slideLayout6.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9.xml"/><Relationship Id="rId1" Type="http://schemas.openxmlformats.org/officeDocument/2006/relationships/slideLayout" Target="../slideLayouts/slideLayout8.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1.xml"/><Relationship Id="rId1"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C80DF88-AC53-41A3-8067-D7E6D5DB195F}"/>
              </a:ext>
            </a:extLst>
          </p:cNvPr>
          <p:cNvSpPr>
            <a:spLocks noGrp="1"/>
          </p:cNvSpPr>
          <p:nvPr>
            <p:ph type="title"/>
          </p:nvPr>
        </p:nvSpPr>
        <p:spPr>
          <a:xfrm>
            <a:off x="457199" y="914400"/>
            <a:ext cx="11174819" cy="903767"/>
          </a:xfrm>
          <a:prstGeom prst="rect">
            <a:avLst/>
          </a:prstGeom>
        </p:spPr>
        <p:txBody>
          <a:bodyPr vert="horz" lIns="91440" tIns="45720" rIns="91440" bIns="45720" rtlCol="0" anchor="ctr">
            <a:normAutofit/>
          </a:bodyPr>
          <a:lstStyle/>
          <a:p>
            <a:r>
              <a:rPr lang="en-US"/>
              <a:t>Click to edit Master title style</a:t>
            </a:r>
          </a:p>
        </p:txBody>
      </p:sp>
      <p:sp>
        <p:nvSpPr>
          <p:cNvPr id="4" name="Date Placeholder 3">
            <a:extLst>
              <a:ext uri="{FF2B5EF4-FFF2-40B4-BE49-F238E27FC236}">
                <a16:creationId xmlns:a16="http://schemas.microsoft.com/office/drawing/2014/main" id="{EA4755C1-18CC-4FD3-A030-3DAF469919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310904-DE8F-4B8E-99C6-5AFA03672FFA}" type="datetimeFigureOut">
              <a:rPr lang="en-US" smtClean="0"/>
              <a:t>11/17/2025</a:t>
            </a:fld>
            <a:endParaRPr lang="en-US" dirty="0"/>
          </a:p>
        </p:txBody>
      </p:sp>
      <p:sp>
        <p:nvSpPr>
          <p:cNvPr id="5" name="Footer Placeholder 4">
            <a:extLst>
              <a:ext uri="{FF2B5EF4-FFF2-40B4-BE49-F238E27FC236}">
                <a16:creationId xmlns:a16="http://schemas.microsoft.com/office/drawing/2014/main" id="{A8E029F1-B791-445F-A184-90CC7A1BEC1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5AD98767-7C9E-42DE-9782-D932A0FF1BF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5FADE3-B84E-4AF7-91CC-AB47E1A43619}" type="slidenum">
              <a:rPr lang="en-US" smtClean="0"/>
              <a:t>‹#›</a:t>
            </a:fld>
            <a:endParaRPr lang="en-US" dirty="0"/>
          </a:p>
        </p:txBody>
      </p:sp>
    </p:spTree>
    <p:extLst>
      <p:ext uri="{BB962C8B-B14F-4D97-AF65-F5344CB8AC3E}">
        <p14:creationId xmlns:p14="http://schemas.microsoft.com/office/powerpoint/2010/main" val="2263488725"/>
      </p:ext>
    </p:extLst>
  </p:cSld>
  <p:clrMap bg1="lt1" tx1="dk1" bg2="lt2" tx2="dk2" accent1="accent1" accent2="accent2" accent3="accent3" accent4="accent4" accent5="accent5" accent6="accent6" hlink="hlink" folHlink="folHlink"/>
  <p:sldLayoutIdLst>
    <p:sldLayoutId id="2147483688" r:id="rId1"/>
    <p:sldLayoutId id="2147483700" r:id="rId2"/>
    <p:sldLayoutId id="2147483701" r:id="rId3"/>
    <p:sldLayoutId id="2147483702" r:id="rId4"/>
    <p:sldLayoutId id="2147483662" r:id="rId5"/>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112" userDrawn="1">
          <p15:clr>
            <a:srgbClr val="F26B43"/>
          </p15:clr>
        </p15:guide>
        <p15:guide id="2" pos="2568" userDrawn="1">
          <p15:clr>
            <a:srgbClr val="F26B43"/>
          </p15:clr>
        </p15:guide>
        <p15:guide id="3" pos="288" userDrawn="1">
          <p15:clr>
            <a:srgbClr val="5ACBF0"/>
          </p15:clr>
        </p15:guide>
        <p15:guide id="4" pos="7392" userDrawn="1">
          <p15:clr>
            <a:srgbClr val="5ACBF0"/>
          </p15:clr>
        </p15:guide>
        <p15:guide id="5" orient="horz" pos="576" userDrawn="1">
          <p15:clr>
            <a:srgbClr val="5ACBF0"/>
          </p15:clr>
        </p15:guide>
        <p15:guide id="6" orient="horz" pos="3744" userDrawn="1">
          <p15:clr>
            <a:srgbClr val="5ACBF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C80DF88-AC53-41A3-8067-D7E6D5DB195F}"/>
              </a:ext>
            </a:extLst>
          </p:cNvPr>
          <p:cNvSpPr>
            <a:spLocks noGrp="1"/>
          </p:cNvSpPr>
          <p:nvPr>
            <p:ph type="title"/>
          </p:nvPr>
        </p:nvSpPr>
        <p:spPr>
          <a:xfrm>
            <a:off x="457199" y="914400"/>
            <a:ext cx="11174819" cy="903767"/>
          </a:xfrm>
          <a:prstGeom prst="rect">
            <a:avLst/>
          </a:prstGeom>
        </p:spPr>
        <p:txBody>
          <a:bodyPr vert="horz" lIns="91440" tIns="45720" rIns="91440" bIns="45720" rtlCol="0" anchor="ctr">
            <a:normAutofit/>
          </a:bodyPr>
          <a:lstStyle/>
          <a:p>
            <a:r>
              <a:rPr lang="en-US"/>
              <a:t>Click to edit Master title style</a:t>
            </a:r>
          </a:p>
        </p:txBody>
      </p:sp>
      <p:sp>
        <p:nvSpPr>
          <p:cNvPr id="4" name="Date Placeholder 3">
            <a:extLst>
              <a:ext uri="{FF2B5EF4-FFF2-40B4-BE49-F238E27FC236}">
                <a16:creationId xmlns:a16="http://schemas.microsoft.com/office/drawing/2014/main" id="{EA4755C1-18CC-4FD3-A030-3DAF469919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310904-DE8F-4B8E-99C6-5AFA03672FFA}" type="datetimeFigureOut">
              <a:rPr lang="en-US" smtClean="0"/>
              <a:t>11/17/2025</a:t>
            </a:fld>
            <a:endParaRPr lang="en-US" dirty="0"/>
          </a:p>
        </p:txBody>
      </p:sp>
      <p:sp>
        <p:nvSpPr>
          <p:cNvPr id="5" name="Footer Placeholder 4">
            <a:extLst>
              <a:ext uri="{FF2B5EF4-FFF2-40B4-BE49-F238E27FC236}">
                <a16:creationId xmlns:a16="http://schemas.microsoft.com/office/drawing/2014/main" id="{A8E029F1-B791-445F-A184-90CC7A1BEC1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5AD98767-7C9E-42DE-9782-D932A0FF1BF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5FADE3-B84E-4AF7-91CC-AB47E1A43619}" type="slidenum">
              <a:rPr lang="en-US" smtClean="0"/>
              <a:t>‹#›</a:t>
            </a:fld>
            <a:endParaRPr lang="en-US" dirty="0"/>
          </a:p>
        </p:txBody>
      </p:sp>
    </p:spTree>
    <p:extLst>
      <p:ext uri="{BB962C8B-B14F-4D97-AF65-F5344CB8AC3E}">
        <p14:creationId xmlns:p14="http://schemas.microsoft.com/office/powerpoint/2010/main" val="2911603562"/>
      </p:ext>
    </p:extLst>
  </p:cSld>
  <p:clrMap bg1="lt1" tx1="dk1" bg2="lt2" tx2="dk2" accent1="accent1" accent2="accent2" accent3="accent3" accent4="accent4" accent5="accent5" accent6="accent6" hlink="hlink" folHlink="folHlink"/>
  <p:sldLayoutIdLst>
    <p:sldLayoutId id="2147483729" r:id="rId1"/>
    <p:sldLayoutId id="2147483711" r:id="rId2"/>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112" userDrawn="1">
          <p15:clr>
            <a:srgbClr val="F26B43"/>
          </p15:clr>
        </p15:guide>
        <p15:guide id="2" pos="2568" userDrawn="1">
          <p15:clr>
            <a:srgbClr val="F26B43"/>
          </p15:clr>
        </p15:guide>
        <p15:guide id="3" pos="288" userDrawn="1">
          <p15:clr>
            <a:srgbClr val="5ACBF0"/>
          </p15:clr>
        </p15:guide>
        <p15:guide id="4" pos="7392" userDrawn="1">
          <p15:clr>
            <a:srgbClr val="5ACBF0"/>
          </p15:clr>
        </p15:guide>
        <p15:guide id="5" orient="horz" pos="576" userDrawn="1">
          <p15:clr>
            <a:srgbClr val="5ACBF0"/>
          </p15:clr>
        </p15:guide>
        <p15:guide id="6" orient="horz" pos="3744" userDrawn="1">
          <p15:clr>
            <a:srgbClr val="5ACBF0"/>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C80DF88-AC53-41A3-8067-D7E6D5DB195F}"/>
              </a:ext>
            </a:extLst>
          </p:cNvPr>
          <p:cNvSpPr>
            <a:spLocks noGrp="1"/>
          </p:cNvSpPr>
          <p:nvPr>
            <p:ph type="title"/>
          </p:nvPr>
        </p:nvSpPr>
        <p:spPr>
          <a:xfrm>
            <a:off x="457199" y="914400"/>
            <a:ext cx="11174819" cy="903767"/>
          </a:xfrm>
          <a:prstGeom prst="rect">
            <a:avLst/>
          </a:prstGeom>
        </p:spPr>
        <p:txBody>
          <a:bodyPr vert="horz" lIns="91440" tIns="45720" rIns="91440" bIns="45720" rtlCol="0" anchor="ctr">
            <a:normAutofit/>
          </a:bodyPr>
          <a:lstStyle/>
          <a:p>
            <a:r>
              <a:rPr lang="en-US"/>
              <a:t>Click to edit Master title style</a:t>
            </a:r>
          </a:p>
        </p:txBody>
      </p:sp>
      <p:sp>
        <p:nvSpPr>
          <p:cNvPr id="4" name="Date Placeholder 3">
            <a:extLst>
              <a:ext uri="{FF2B5EF4-FFF2-40B4-BE49-F238E27FC236}">
                <a16:creationId xmlns:a16="http://schemas.microsoft.com/office/drawing/2014/main" id="{EA4755C1-18CC-4FD3-A030-3DAF469919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310904-DE8F-4B8E-99C6-5AFA03672FFA}" type="datetimeFigureOut">
              <a:rPr lang="en-US" smtClean="0"/>
              <a:t>11/17/2025</a:t>
            </a:fld>
            <a:endParaRPr lang="en-US" dirty="0"/>
          </a:p>
        </p:txBody>
      </p:sp>
      <p:sp>
        <p:nvSpPr>
          <p:cNvPr id="5" name="Footer Placeholder 4">
            <a:extLst>
              <a:ext uri="{FF2B5EF4-FFF2-40B4-BE49-F238E27FC236}">
                <a16:creationId xmlns:a16="http://schemas.microsoft.com/office/drawing/2014/main" id="{A8E029F1-B791-445F-A184-90CC7A1BEC1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5AD98767-7C9E-42DE-9782-D932A0FF1BF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5FADE3-B84E-4AF7-91CC-AB47E1A43619}" type="slidenum">
              <a:rPr lang="en-US" smtClean="0"/>
              <a:t>‹#›</a:t>
            </a:fld>
            <a:endParaRPr lang="en-US" dirty="0"/>
          </a:p>
        </p:txBody>
      </p:sp>
    </p:spTree>
    <p:extLst>
      <p:ext uri="{BB962C8B-B14F-4D97-AF65-F5344CB8AC3E}">
        <p14:creationId xmlns:p14="http://schemas.microsoft.com/office/powerpoint/2010/main" val="1044508539"/>
      </p:ext>
    </p:extLst>
  </p:cSld>
  <p:clrMap bg1="lt1" tx1="dk1" bg2="lt2" tx2="dk2" accent1="accent1" accent2="accent2" accent3="accent3" accent4="accent4" accent5="accent5" accent6="accent6" hlink="hlink" folHlink="folHlink"/>
  <p:sldLayoutIdLst>
    <p:sldLayoutId id="2147483730" r:id="rId1"/>
    <p:sldLayoutId id="2147483723" r:id="rId2"/>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112" userDrawn="1">
          <p15:clr>
            <a:srgbClr val="F26B43"/>
          </p15:clr>
        </p15:guide>
        <p15:guide id="2" pos="2568" userDrawn="1">
          <p15:clr>
            <a:srgbClr val="F26B43"/>
          </p15:clr>
        </p15:guide>
        <p15:guide id="3" pos="288" userDrawn="1">
          <p15:clr>
            <a:srgbClr val="5ACBF0"/>
          </p15:clr>
        </p15:guide>
        <p15:guide id="4" pos="7392" userDrawn="1">
          <p15:clr>
            <a:srgbClr val="5ACBF0"/>
          </p15:clr>
        </p15:guide>
        <p15:guide id="5" orient="horz" pos="576" userDrawn="1">
          <p15:clr>
            <a:srgbClr val="5ACBF0"/>
          </p15:clr>
        </p15:guide>
        <p15:guide id="6" orient="horz" pos="3744" userDrawn="1">
          <p15:clr>
            <a:srgbClr val="5ACBF0"/>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C80DF88-AC53-41A3-8067-D7E6D5DB195F}"/>
              </a:ext>
            </a:extLst>
          </p:cNvPr>
          <p:cNvSpPr>
            <a:spLocks noGrp="1"/>
          </p:cNvSpPr>
          <p:nvPr>
            <p:ph type="title"/>
          </p:nvPr>
        </p:nvSpPr>
        <p:spPr>
          <a:xfrm>
            <a:off x="457199" y="914400"/>
            <a:ext cx="11174819" cy="903767"/>
          </a:xfrm>
          <a:prstGeom prst="rect">
            <a:avLst/>
          </a:prstGeom>
        </p:spPr>
        <p:txBody>
          <a:bodyPr vert="horz" lIns="91440" tIns="45720" rIns="91440" bIns="45720" rtlCol="0" anchor="ctr">
            <a:normAutofit/>
          </a:bodyPr>
          <a:lstStyle/>
          <a:p>
            <a:r>
              <a:rPr lang="en-US"/>
              <a:t>Click to edit Master title style</a:t>
            </a:r>
          </a:p>
        </p:txBody>
      </p:sp>
      <p:sp>
        <p:nvSpPr>
          <p:cNvPr id="4" name="Date Placeholder 3">
            <a:extLst>
              <a:ext uri="{FF2B5EF4-FFF2-40B4-BE49-F238E27FC236}">
                <a16:creationId xmlns:a16="http://schemas.microsoft.com/office/drawing/2014/main" id="{EA4755C1-18CC-4FD3-A030-3DAF469919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310904-DE8F-4B8E-99C6-5AFA03672FFA}" type="datetimeFigureOut">
              <a:rPr lang="en-US" smtClean="0"/>
              <a:t>11/17/2025</a:t>
            </a:fld>
            <a:endParaRPr lang="en-US" dirty="0"/>
          </a:p>
        </p:txBody>
      </p:sp>
      <p:sp>
        <p:nvSpPr>
          <p:cNvPr id="5" name="Footer Placeholder 4">
            <a:extLst>
              <a:ext uri="{FF2B5EF4-FFF2-40B4-BE49-F238E27FC236}">
                <a16:creationId xmlns:a16="http://schemas.microsoft.com/office/drawing/2014/main" id="{A8E029F1-B791-445F-A184-90CC7A1BEC1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5AD98767-7C9E-42DE-9782-D932A0FF1BF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5FADE3-B84E-4AF7-91CC-AB47E1A43619}" type="slidenum">
              <a:rPr lang="en-US" smtClean="0"/>
              <a:t>‹#›</a:t>
            </a:fld>
            <a:endParaRPr lang="en-US" dirty="0"/>
          </a:p>
        </p:txBody>
      </p:sp>
    </p:spTree>
    <p:extLst>
      <p:ext uri="{BB962C8B-B14F-4D97-AF65-F5344CB8AC3E}">
        <p14:creationId xmlns:p14="http://schemas.microsoft.com/office/powerpoint/2010/main" val="2032013640"/>
      </p:ext>
    </p:extLst>
  </p:cSld>
  <p:clrMap bg1="lt1" tx1="dk1" bg2="lt2" tx2="dk2" accent1="accent1" accent2="accent2" accent3="accent3" accent4="accent4" accent5="accent5" accent6="accent6" hlink="hlink" folHlink="folHlink"/>
  <p:sldLayoutIdLst>
    <p:sldLayoutId id="2147483731" r:id="rId1"/>
    <p:sldLayoutId id="2147483704" r:id="rId2"/>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5112" userDrawn="1">
          <p15:clr>
            <a:srgbClr val="F26B43"/>
          </p15:clr>
        </p15:guide>
        <p15:guide id="2" pos="2568" userDrawn="1">
          <p15:clr>
            <a:srgbClr val="F26B43"/>
          </p15:clr>
        </p15:guide>
        <p15:guide id="3" pos="288" userDrawn="1">
          <p15:clr>
            <a:srgbClr val="5ACBF0"/>
          </p15:clr>
        </p15:guide>
        <p15:guide id="4" pos="7392" userDrawn="1">
          <p15:clr>
            <a:srgbClr val="5ACBF0"/>
          </p15:clr>
        </p15:guide>
        <p15:guide id="5" orient="horz" pos="576" userDrawn="1">
          <p15:clr>
            <a:srgbClr val="5ACBF0"/>
          </p15:clr>
        </p15:guide>
        <p15:guide id="6" orient="horz" pos="3744" userDrawn="1">
          <p15:clr>
            <a:srgbClr val="5ACBF0"/>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hyperlink" Target="https://insightextractor.com/category/all-about-data/data-visualization/" TargetMode="External"/><Relationship Id="rId2" Type="http://schemas.openxmlformats.org/officeDocument/2006/relationships/image" Target="../media/image9.jpeg"/><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hyperlink" Target="https://worditout.com/word-cloud/977350" TargetMode="External"/><Relationship Id="rId2" Type="http://schemas.openxmlformats.org/officeDocument/2006/relationships/image" Target="../media/image10.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Abstract image of curvy lines">
            <a:extLst>
              <a:ext uri="{FF2B5EF4-FFF2-40B4-BE49-F238E27FC236}">
                <a16:creationId xmlns:a16="http://schemas.microsoft.com/office/drawing/2014/main" id="{81F59575-96AE-45B0-B1FB-3CFC139E9D12}"/>
              </a:ext>
            </a:extLst>
          </p:cNvPr>
          <p:cNvPicPr>
            <a:picLocks noGrp="1" noChangeAspect="1"/>
          </p:cNvPicPr>
          <p:nvPr>
            <p:ph type="pic" sz="quarter" idx="13"/>
          </p:nvPr>
        </p:nvPicPr>
        <p:blipFill>
          <a:blip r:embed="rId3"/>
          <a:srcRect/>
          <a:stretch/>
        </p:blipFill>
        <p:spPr>
          <a:xfrm>
            <a:off x="0" y="0"/>
            <a:ext cx="12191550" cy="6857999"/>
          </a:xfrm>
        </p:spPr>
      </p:pic>
      <p:sp>
        <p:nvSpPr>
          <p:cNvPr id="4" name="Title 3">
            <a:extLst>
              <a:ext uri="{FF2B5EF4-FFF2-40B4-BE49-F238E27FC236}">
                <a16:creationId xmlns:a16="http://schemas.microsoft.com/office/drawing/2014/main" id="{08347D8D-E852-43D5-858E-2D01BE57FA93}"/>
              </a:ext>
            </a:extLst>
          </p:cNvPr>
          <p:cNvSpPr>
            <a:spLocks noGrp="1"/>
          </p:cNvSpPr>
          <p:nvPr>
            <p:ph type="title"/>
          </p:nvPr>
        </p:nvSpPr>
        <p:spPr>
          <a:xfrm>
            <a:off x="457200" y="4515034"/>
            <a:ext cx="6581554" cy="1371600"/>
          </a:xfrm>
        </p:spPr>
        <p:txBody>
          <a:bodyPr anchor="t" anchorCtr="0">
            <a:normAutofit fontScale="90000"/>
          </a:bodyPr>
          <a:lstStyle/>
          <a:p>
            <a:r>
              <a:rPr lang="en-US" b="1" dirty="0"/>
              <a:t>Apple social media analytics for strategic branding.</a:t>
            </a:r>
          </a:p>
        </p:txBody>
      </p:sp>
    </p:spTree>
    <p:extLst>
      <p:ext uri="{BB962C8B-B14F-4D97-AF65-F5344CB8AC3E}">
        <p14:creationId xmlns:p14="http://schemas.microsoft.com/office/powerpoint/2010/main" val="15583151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descr="Shaded overlay">
            <a:extLst>
              <a:ext uri="{FF2B5EF4-FFF2-40B4-BE49-F238E27FC236}">
                <a16:creationId xmlns:a16="http://schemas.microsoft.com/office/drawing/2014/main" id="{558C501A-DC1F-4BA4-BFFA-44EF8845A384}"/>
              </a:ext>
            </a:extLst>
          </p:cNvPr>
          <p:cNvSpPr/>
          <p:nvPr/>
        </p:nvSpPr>
        <p:spPr>
          <a:xfrm>
            <a:off x="0" y="0"/>
            <a:ext cx="12192000" cy="6858000"/>
          </a:xfrm>
          <a:prstGeom prst="rect">
            <a:avLst/>
          </a:prstGeom>
          <a:solidFill>
            <a:srgbClr val="6768AB">
              <a:alpha val="74902"/>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135A981B-6487-4B00-9EAF-D0D748FA6014}"/>
              </a:ext>
            </a:extLst>
          </p:cNvPr>
          <p:cNvSpPr>
            <a:spLocks noGrp="1"/>
          </p:cNvSpPr>
          <p:nvPr>
            <p:ph type="title"/>
          </p:nvPr>
        </p:nvSpPr>
        <p:spPr>
          <a:xfrm>
            <a:off x="457199" y="914400"/>
            <a:ext cx="11174819" cy="903767"/>
          </a:xfrm>
        </p:spPr>
        <p:txBody>
          <a:bodyPr/>
          <a:lstStyle/>
          <a:p>
            <a:endParaRPr lang="en-US" b="1" dirty="0"/>
          </a:p>
        </p:txBody>
      </p:sp>
      <p:sp>
        <p:nvSpPr>
          <p:cNvPr id="6" name="Text Placeholder 5">
            <a:extLst>
              <a:ext uri="{FF2B5EF4-FFF2-40B4-BE49-F238E27FC236}">
                <a16:creationId xmlns:a16="http://schemas.microsoft.com/office/drawing/2014/main" id="{B43F7E3B-CE99-4770-8587-6554C15693F8}"/>
              </a:ext>
            </a:extLst>
          </p:cNvPr>
          <p:cNvSpPr>
            <a:spLocks noGrp="1"/>
          </p:cNvSpPr>
          <p:nvPr>
            <p:ph type="body" sz="quarter" idx="14"/>
          </p:nvPr>
        </p:nvSpPr>
        <p:spPr>
          <a:xfrm>
            <a:off x="1706643" y="1665245"/>
            <a:ext cx="8778713" cy="4197096"/>
          </a:xfrm>
        </p:spPr>
        <p:txBody>
          <a:bodyPr/>
          <a:lstStyle/>
          <a:p>
            <a:endParaRPr lang="en-US" u="sng" dirty="0"/>
          </a:p>
          <a:p>
            <a:endParaRPr lang="en-US" u="sng" dirty="0"/>
          </a:p>
          <a:p>
            <a:r>
              <a:rPr lang="en-US" dirty="0"/>
              <a:t> </a:t>
            </a:r>
          </a:p>
        </p:txBody>
      </p:sp>
      <p:pic>
        <p:nvPicPr>
          <p:cNvPr id="13" name="Picture Placeholder 7" descr="A close-up of a blue background&#10;&#10;AI-generated content may be incorrect.">
            <a:extLst>
              <a:ext uri="{FF2B5EF4-FFF2-40B4-BE49-F238E27FC236}">
                <a16:creationId xmlns:a16="http://schemas.microsoft.com/office/drawing/2014/main" id="{61E01862-5B7A-AE82-8061-488F55AD303F}"/>
              </a:ext>
            </a:extLst>
          </p:cNvPr>
          <p:cNvPicPr>
            <a:picLocks noGrp="1" noChangeAspect="1"/>
          </p:cNvPicPr>
          <p:nvPr>
            <p:ph type="pic" sz="quarter" idx="13"/>
          </p:nvPr>
        </p:nvPicPr>
        <p:blipFill>
          <a:blip r:embed="rId3"/>
          <a:srcRect/>
          <a:stretch/>
        </p:blipFill>
        <p:spPr>
          <a:xfrm>
            <a:off x="0" y="1"/>
            <a:ext cx="12191550" cy="6857999"/>
          </a:xfrm>
        </p:spPr>
      </p:pic>
      <p:sp>
        <p:nvSpPr>
          <p:cNvPr id="15" name="TextBox 14">
            <a:extLst>
              <a:ext uri="{FF2B5EF4-FFF2-40B4-BE49-F238E27FC236}">
                <a16:creationId xmlns:a16="http://schemas.microsoft.com/office/drawing/2014/main" id="{08B76E78-CCA8-E5C0-57EF-C2006026EEED}"/>
              </a:ext>
            </a:extLst>
          </p:cNvPr>
          <p:cNvSpPr txBox="1"/>
          <p:nvPr/>
        </p:nvSpPr>
        <p:spPr>
          <a:xfrm>
            <a:off x="1034593" y="1089012"/>
            <a:ext cx="6235830" cy="584775"/>
          </a:xfrm>
          <a:prstGeom prst="rect">
            <a:avLst/>
          </a:prstGeom>
          <a:noFill/>
        </p:spPr>
        <p:txBody>
          <a:bodyPr wrap="square">
            <a:spAutoFit/>
          </a:bodyPr>
          <a:lstStyle/>
          <a:p>
            <a:r>
              <a:rPr lang="en-US" sz="3200" b="1" dirty="0">
                <a:solidFill>
                  <a:schemeClr val="bg1"/>
                </a:solidFill>
                <a:latin typeface="Segoe UI Light (Headings)"/>
              </a:rPr>
              <a:t>Aim</a:t>
            </a:r>
            <a:r>
              <a:rPr lang="en-US" b="1" dirty="0">
                <a:solidFill>
                  <a:schemeClr val="bg1"/>
                </a:solidFill>
                <a:latin typeface="Segoe UI Light (Headings)"/>
              </a:rPr>
              <a:t> :</a:t>
            </a:r>
            <a:endParaRPr lang="en-IN" b="1" dirty="0">
              <a:solidFill>
                <a:schemeClr val="bg1"/>
              </a:solidFill>
              <a:latin typeface="Segoe UI Light (Headings)"/>
            </a:endParaRPr>
          </a:p>
        </p:txBody>
      </p:sp>
      <p:sp>
        <p:nvSpPr>
          <p:cNvPr id="17" name="TextBox 16">
            <a:extLst>
              <a:ext uri="{FF2B5EF4-FFF2-40B4-BE49-F238E27FC236}">
                <a16:creationId xmlns:a16="http://schemas.microsoft.com/office/drawing/2014/main" id="{C64AA465-1C88-248C-0293-85D845E9B676}"/>
              </a:ext>
            </a:extLst>
          </p:cNvPr>
          <p:cNvSpPr txBox="1"/>
          <p:nvPr/>
        </p:nvSpPr>
        <p:spPr>
          <a:xfrm>
            <a:off x="1826444" y="1848399"/>
            <a:ext cx="8486480" cy="646331"/>
          </a:xfrm>
          <a:prstGeom prst="rect">
            <a:avLst/>
          </a:prstGeom>
          <a:noFill/>
        </p:spPr>
        <p:txBody>
          <a:bodyPr wrap="square">
            <a:spAutoFit/>
          </a:bodyPr>
          <a:lstStyle/>
          <a:p>
            <a:r>
              <a:rPr lang="en-US" dirty="0">
                <a:solidFill>
                  <a:schemeClr val="bg1"/>
                </a:solidFill>
              </a:rPr>
              <a:t>A thorough data analysis across different platforms to help Apple’s Marketing team align </a:t>
            </a:r>
            <a:r>
              <a:rPr lang="en-US" u="sng" dirty="0">
                <a:solidFill>
                  <a:schemeClr val="bg1"/>
                </a:solidFill>
              </a:rPr>
              <a:t>content performance </a:t>
            </a:r>
            <a:r>
              <a:rPr lang="en-US" dirty="0">
                <a:solidFill>
                  <a:schemeClr val="bg1"/>
                </a:solidFill>
              </a:rPr>
              <a:t>with </a:t>
            </a:r>
            <a:r>
              <a:rPr lang="en-US" u="sng" dirty="0">
                <a:solidFill>
                  <a:schemeClr val="bg1"/>
                </a:solidFill>
              </a:rPr>
              <a:t>expected business outcomes.</a:t>
            </a:r>
          </a:p>
        </p:txBody>
      </p:sp>
    </p:spTree>
    <p:extLst>
      <p:ext uri="{BB962C8B-B14F-4D97-AF65-F5344CB8AC3E}">
        <p14:creationId xmlns:p14="http://schemas.microsoft.com/office/powerpoint/2010/main" val="38985113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2219A53-983C-4CAC-81BB-5FADEB962F35}"/>
              </a:ext>
            </a:extLst>
          </p:cNvPr>
          <p:cNvSpPr>
            <a:spLocks noGrp="1"/>
          </p:cNvSpPr>
          <p:nvPr>
            <p:ph type="title"/>
          </p:nvPr>
        </p:nvSpPr>
        <p:spPr>
          <a:xfrm>
            <a:off x="457199" y="2569464"/>
            <a:ext cx="3619501" cy="1179576"/>
          </a:xfrm>
        </p:spPr>
        <p:txBody>
          <a:bodyPr>
            <a:normAutofit/>
          </a:bodyPr>
          <a:lstStyle/>
          <a:p>
            <a:r>
              <a:rPr lang="en-US" dirty="0"/>
              <a:t>Business Objectives</a:t>
            </a:r>
          </a:p>
        </p:txBody>
      </p:sp>
      <p:pic>
        <p:nvPicPr>
          <p:cNvPr id="25" name="Picture Placeholder 24" descr="Color swatch very peri">
            <a:extLst>
              <a:ext uri="{FF2B5EF4-FFF2-40B4-BE49-F238E27FC236}">
                <a16:creationId xmlns:a16="http://schemas.microsoft.com/office/drawing/2014/main" id="{ECA4A7D6-54B1-4F53-A806-BFCE96203101}"/>
              </a:ext>
            </a:extLst>
          </p:cNvPr>
          <p:cNvPicPr>
            <a:picLocks noGrp="1" noChangeAspect="1"/>
          </p:cNvPicPr>
          <p:nvPr>
            <p:ph type="pic" sz="quarter" idx="17"/>
          </p:nvPr>
        </p:nvPicPr>
        <p:blipFill rotWithShape="1">
          <a:blip r:embed="rId2"/>
          <a:srcRect l="105" r="105"/>
          <a:stretch/>
        </p:blipFill>
        <p:spPr>
          <a:xfrm>
            <a:off x="4279392" y="4087368"/>
            <a:ext cx="1499616" cy="2194560"/>
          </a:xfrm>
        </p:spPr>
      </p:pic>
      <p:pic>
        <p:nvPicPr>
          <p:cNvPr id="27" name="Picture Placeholder 26" descr="Color swatch granite green">
            <a:extLst>
              <a:ext uri="{FF2B5EF4-FFF2-40B4-BE49-F238E27FC236}">
                <a16:creationId xmlns:a16="http://schemas.microsoft.com/office/drawing/2014/main" id="{B032D337-92A4-4062-B569-4A8E78D2DD76}"/>
              </a:ext>
            </a:extLst>
          </p:cNvPr>
          <p:cNvPicPr>
            <a:picLocks noGrp="1" noChangeAspect="1"/>
          </p:cNvPicPr>
          <p:nvPr>
            <p:ph type="pic" sz="quarter" idx="18"/>
          </p:nvPr>
        </p:nvPicPr>
        <p:blipFill rotWithShape="1">
          <a:blip r:embed="rId3"/>
          <a:srcRect l="105" r="105"/>
          <a:stretch/>
        </p:blipFill>
        <p:spPr>
          <a:xfrm>
            <a:off x="6227064" y="4087368"/>
            <a:ext cx="1499616" cy="2194560"/>
          </a:xfrm>
        </p:spPr>
      </p:pic>
      <p:pic>
        <p:nvPicPr>
          <p:cNvPr id="30" name="Picture Placeholder 29" descr="Color swatch hawthorn rose">
            <a:extLst>
              <a:ext uri="{FF2B5EF4-FFF2-40B4-BE49-F238E27FC236}">
                <a16:creationId xmlns:a16="http://schemas.microsoft.com/office/drawing/2014/main" id="{52B762D2-C8CC-477D-87FA-F34749DA105A}"/>
              </a:ext>
            </a:extLst>
          </p:cNvPr>
          <p:cNvPicPr>
            <a:picLocks noGrp="1" noChangeAspect="1"/>
          </p:cNvPicPr>
          <p:nvPr>
            <p:ph type="pic" sz="quarter" idx="19"/>
          </p:nvPr>
        </p:nvPicPr>
        <p:blipFill rotWithShape="1">
          <a:blip r:embed="rId4"/>
          <a:srcRect l="257" r="257"/>
          <a:stretch/>
        </p:blipFill>
        <p:spPr>
          <a:xfrm>
            <a:off x="8174736" y="4087368"/>
            <a:ext cx="1499616" cy="2194560"/>
          </a:xfrm>
        </p:spPr>
      </p:pic>
      <p:pic>
        <p:nvPicPr>
          <p:cNvPr id="32" name="Picture Placeholder 31" descr="Color swatch elderberry">
            <a:extLst>
              <a:ext uri="{FF2B5EF4-FFF2-40B4-BE49-F238E27FC236}">
                <a16:creationId xmlns:a16="http://schemas.microsoft.com/office/drawing/2014/main" id="{4C52D5C4-B717-4DE1-ABCD-BC8CF65800E1}"/>
              </a:ext>
            </a:extLst>
          </p:cNvPr>
          <p:cNvPicPr>
            <a:picLocks noGrp="1" noChangeAspect="1"/>
          </p:cNvPicPr>
          <p:nvPr>
            <p:ph type="pic" sz="quarter" idx="20"/>
          </p:nvPr>
        </p:nvPicPr>
        <p:blipFill rotWithShape="1">
          <a:blip r:embed="rId5"/>
          <a:srcRect l="52" r="52"/>
          <a:stretch/>
        </p:blipFill>
        <p:spPr>
          <a:xfrm>
            <a:off x="10122408" y="4087368"/>
            <a:ext cx="1499616" cy="2194560"/>
          </a:xfrm>
        </p:spPr>
      </p:pic>
      <p:sp>
        <p:nvSpPr>
          <p:cNvPr id="7" name="TextBox 6">
            <a:extLst>
              <a:ext uri="{FF2B5EF4-FFF2-40B4-BE49-F238E27FC236}">
                <a16:creationId xmlns:a16="http://schemas.microsoft.com/office/drawing/2014/main" id="{44DDFB0C-B25F-EB2A-EC8C-A653AAAB694E}"/>
              </a:ext>
            </a:extLst>
          </p:cNvPr>
          <p:cNvSpPr txBox="1"/>
          <p:nvPr/>
        </p:nvSpPr>
        <p:spPr>
          <a:xfrm>
            <a:off x="4279392" y="2101215"/>
            <a:ext cx="1499616" cy="1200329"/>
          </a:xfrm>
          <a:prstGeom prst="rect">
            <a:avLst/>
          </a:prstGeom>
          <a:noFill/>
        </p:spPr>
        <p:txBody>
          <a:bodyPr wrap="square" rtlCol="0">
            <a:spAutoFit/>
          </a:bodyPr>
          <a:lstStyle/>
          <a:p>
            <a:r>
              <a:rPr lang="en-IN" b="1" dirty="0"/>
              <a:t>Strengthen Apple’s Global Identity</a:t>
            </a:r>
          </a:p>
        </p:txBody>
      </p:sp>
      <p:sp>
        <p:nvSpPr>
          <p:cNvPr id="14" name="TextBox 13">
            <a:extLst>
              <a:ext uri="{FF2B5EF4-FFF2-40B4-BE49-F238E27FC236}">
                <a16:creationId xmlns:a16="http://schemas.microsoft.com/office/drawing/2014/main" id="{10DB0966-69FF-14CF-D73D-3501A3E11CF9}"/>
              </a:ext>
            </a:extLst>
          </p:cNvPr>
          <p:cNvSpPr txBox="1"/>
          <p:nvPr/>
        </p:nvSpPr>
        <p:spPr>
          <a:xfrm>
            <a:off x="6096000" y="2107799"/>
            <a:ext cx="1630680" cy="923330"/>
          </a:xfrm>
          <a:prstGeom prst="rect">
            <a:avLst/>
          </a:prstGeom>
          <a:noFill/>
        </p:spPr>
        <p:txBody>
          <a:bodyPr wrap="square" rtlCol="0">
            <a:spAutoFit/>
          </a:bodyPr>
          <a:lstStyle/>
          <a:p>
            <a:r>
              <a:rPr lang="en-IN" b="1" dirty="0"/>
              <a:t>Increase Customer Engagement</a:t>
            </a:r>
          </a:p>
        </p:txBody>
      </p:sp>
      <p:sp>
        <p:nvSpPr>
          <p:cNvPr id="18" name="TextBox 17">
            <a:extLst>
              <a:ext uri="{FF2B5EF4-FFF2-40B4-BE49-F238E27FC236}">
                <a16:creationId xmlns:a16="http://schemas.microsoft.com/office/drawing/2014/main" id="{3AC71464-DF05-3479-8E0B-CD7C1C666D40}"/>
              </a:ext>
            </a:extLst>
          </p:cNvPr>
          <p:cNvSpPr txBox="1"/>
          <p:nvPr/>
        </p:nvSpPr>
        <p:spPr>
          <a:xfrm>
            <a:off x="8036052" y="2101215"/>
            <a:ext cx="1638300" cy="1200329"/>
          </a:xfrm>
          <a:prstGeom prst="rect">
            <a:avLst/>
          </a:prstGeom>
          <a:noFill/>
        </p:spPr>
        <p:txBody>
          <a:bodyPr wrap="square" rtlCol="0">
            <a:spAutoFit/>
          </a:bodyPr>
          <a:lstStyle/>
          <a:p>
            <a:r>
              <a:rPr lang="en-IN" b="1" dirty="0"/>
              <a:t>Increase Reach of New Innovations</a:t>
            </a:r>
          </a:p>
        </p:txBody>
      </p:sp>
      <p:sp>
        <p:nvSpPr>
          <p:cNvPr id="24" name="TextBox 23">
            <a:extLst>
              <a:ext uri="{FF2B5EF4-FFF2-40B4-BE49-F238E27FC236}">
                <a16:creationId xmlns:a16="http://schemas.microsoft.com/office/drawing/2014/main" id="{6D3DDE06-D92A-608E-2461-7CC3FD8F4D31}"/>
              </a:ext>
            </a:extLst>
          </p:cNvPr>
          <p:cNvSpPr txBox="1"/>
          <p:nvPr/>
        </p:nvSpPr>
        <p:spPr>
          <a:xfrm>
            <a:off x="9983724" y="2101215"/>
            <a:ext cx="1638300" cy="1200329"/>
          </a:xfrm>
          <a:prstGeom prst="rect">
            <a:avLst/>
          </a:prstGeom>
          <a:noFill/>
        </p:spPr>
        <p:txBody>
          <a:bodyPr wrap="square" rtlCol="0">
            <a:spAutoFit/>
          </a:bodyPr>
          <a:lstStyle/>
          <a:p>
            <a:r>
              <a:rPr lang="en-IN" b="1" dirty="0"/>
              <a:t>Maximize Digital and Influencer ROI</a:t>
            </a:r>
          </a:p>
        </p:txBody>
      </p:sp>
    </p:spTree>
    <p:extLst>
      <p:ext uri="{BB962C8B-B14F-4D97-AF65-F5344CB8AC3E}">
        <p14:creationId xmlns:p14="http://schemas.microsoft.com/office/powerpoint/2010/main" val="23821487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A44986A6-583D-4323-BBE6-0C4C3B1464BF}"/>
              </a:ext>
            </a:extLst>
          </p:cNvPr>
          <p:cNvSpPr>
            <a:spLocks noGrp="1"/>
          </p:cNvSpPr>
          <p:nvPr>
            <p:ph type="title"/>
          </p:nvPr>
        </p:nvSpPr>
        <p:spPr>
          <a:xfrm>
            <a:off x="457199" y="1399032"/>
            <a:ext cx="3619501" cy="877824"/>
          </a:xfrm>
        </p:spPr>
        <p:txBody>
          <a:bodyPr>
            <a:normAutofit fontScale="90000"/>
          </a:bodyPr>
          <a:lstStyle/>
          <a:p>
            <a:r>
              <a:rPr lang="en-US" dirty="0"/>
              <a:t>Questions to answer :</a:t>
            </a:r>
          </a:p>
        </p:txBody>
      </p:sp>
      <p:sp>
        <p:nvSpPr>
          <p:cNvPr id="3" name="Text Placeholder 2">
            <a:extLst>
              <a:ext uri="{FF2B5EF4-FFF2-40B4-BE49-F238E27FC236}">
                <a16:creationId xmlns:a16="http://schemas.microsoft.com/office/drawing/2014/main" id="{7B91B0F8-EDCA-43C7-A602-F46DA2202AA8}"/>
              </a:ext>
            </a:extLst>
          </p:cNvPr>
          <p:cNvSpPr>
            <a:spLocks noGrp="1"/>
          </p:cNvSpPr>
          <p:nvPr>
            <p:ph type="body" sz="quarter" idx="14"/>
          </p:nvPr>
        </p:nvSpPr>
        <p:spPr>
          <a:xfrm>
            <a:off x="457200" y="2779776"/>
            <a:ext cx="11010900" cy="3255264"/>
          </a:xfrm>
        </p:spPr>
        <p:txBody>
          <a:bodyPr>
            <a:noAutofit/>
          </a:bodyPr>
          <a:lstStyle/>
          <a:p>
            <a:pPr marL="342900" indent="-342900">
              <a:buFont typeface="+mj-lt"/>
              <a:buAutoNum type="arabicPeriod"/>
            </a:pPr>
            <a:r>
              <a:rPr lang="en-US" dirty="0">
                <a:latin typeface="Segoe UI" panose="020B0502040204020203" pitchFamily="34" charset="0"/>
              </a:rPr>
              <a:t>Which Type of Content campaign resonates most with Apple’s Audience?</a:t>
            </a:r>
          </a:p>
          <a:p>
            <a:pPr marL="342900" indent="-342900">
              <a:buFont typeface="+mj-lt"/>
              <a:buAutoNum type="arabicPeriod"/>
            </a:pPr>
            <a:r>
              <a:rPr lang="en-US" dirty="0">
                <a:latin typeface="Segoe UI" panose="020B0502040204020203" pitchFamily="34" charset="0"/>
              </a:rPr>
              <a:t>How Ad Spend and Campaign Engagement contribute to ROI?</a:t>
            </a:r>
          </a:p>
          <a:p>
            <a:pPr marL="342900" indent="-342900">
              <a:buFont typeface="+mj-lt"/>
              <a:buAutoNum type="arabicPeriod"/>
            </a:pPr>
            <a:r>
              <a:rPr lang="en-US" dirty="0">
                <a:latin typeface="Segoe UI" panose="020B0502040204020203" pitchFamily="34" charset="0"/>
              </a:rPr>
              <a:t>How Launches affect Follower Growth and Engagement?</a:t>
            </a:r>
          </a:p>
          <a:p>
            <a:pPr marL="342900" indent="-342900">
              <a:buFont typeface="+mj-lt"/>
              <a:buAutoNum type="arabicPeriod"/>
            </a:pPr>
            <a:r>
              <a:rPr lang="en-US" dirty="0">
                <a:latin typeface="Segoe UI" panose="020B0502040204020203" pitchFamily="34" charset="0"/>
              </a:rPr>
              <a:t>What Customer Strategy sustains Customer Loyalty and Brand Advocacy?</a:t>
            </a:r>
            <a:endParaRPr lang="en-US" dirty="0"/>
          </a:p>
        </p:txBody>
      </p:sp>
      <p:sp>
        <p:nvSpPr>
          <p:cNvPr id="16" name="Rectangle 15">
            <a:extLst>
              <a:ext uri="{FF2B5EF4-FFF2-40B4-BE49-F238E27FC236}">
                <a16:creationId xmlns:a16="http://schemas.microsoft.com/office/drawing/2014/main" id="{F41CB42D-A527-44ED-ADE2-30B3266BAFB1}"/>
              </a:ext>
              <a:ext uri="{C183D7F6-B498-43B3-948B-1728B52AA6E4}">
                <adec:decorative xmlns:adec="http://schemas.microsoft.com/office/drawing/2017/decorative" val="1"/>
              </a:ext>
            </a:extLst>
          </p:cNvPr>
          <p:cNvSpPr/>
          <p:nvPr/>
        </p:nvSpPr>
        <p:spPr>
          <a:xfrm>
            <a:off x="228600" y="241300"/>
            <a:ext cx="11772900" cy="6400800"/>
          </a:xfrm>
          <a:prstGeom prst="rect">
            <a:avLst/>
          </a:prstGeom>
          <a:noFill/>
          <a:ln w="254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708177211"/>
      </p:ext>
    </p:extLst>
  </p:cSld>
  <p:clrMapOvr>
    <a:masterClrMapping/>
  </p:clrMapOvr>
  <mc:AlternateContent xmlns:mc="http://schemas.openxmlformats.org/markup-compatibility/2006">
    <mc:Choice xmlns:p14="http://schemas.microsoft.com/office/powerpoint/2010/main" Requires="p14">
      <p:transition spd="slow" p14:dur="2000" advTm="3058"/>
    </mc:Choice>
    <mc:Fallback>
      <p:transition spd="slow" advTm="3058"/>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67C909B-0AD0-483C-AAC3-96A0A3D16BE1}"/>
              </a:ext>
            </a:extLst>
          </p:cNvPr>
          <p:cNvSpPr>
            <a:spLocks noGrp="1"/>
          </p:cNvSpPr>
          <p:nvPr>
            <p:ph type="title"/>
          </p:nvPr>
        </p:nvSpPr>
        <p:spPr>
          <a:xfrm>
            <a:off x="457199" y="1371600"/>
            <a:ext cx="3619501" cy="877824"/>
          </a:xfrm>
        </p:spPr>
        <p:txBody>
          <a:bodyPr/>
          <a:lstStyle/>
          <a:p>
            <a:r>
              <a:rPr lang="en-US" dirty="0"/>
              <a:t>Question 1 </a:t>
            </a:r>
          </a:p>
        </p:txBody>
      </p:sp>
      <p:sp>
        <p:nvSpPr>
          <p:cNvPr id="8" name="Text Placeholder 7">
            <a:extLst>
              <a:ext uri="{FF2B5EF4-FFF2-40B4-BE49-F238E27FC236}">
                <a16:creationId xmlns:a16="http://schemas.microsoft.com/office/drawing/2014/main" id="{E154013F-D2A9-4715-ACE2-3720EA35B8D0}"/>
              </a:ext>
            </a:extLst>
          </p:cNvPr>
          <p:cNvSpPr>
            <a:spLocks noGrp="1"/>
          </p:cNvSpPr>
          <p:nvPr>
            <p:ph type="body" sz="quarter" idx="14"/>
          </p:nvPr>
        </p:nvSpPr>
        <p:spPr>
          <a:xfrm>
            <a:off x="457199" y="2779776"/>
            <a:ext cx="4595567" cy="3255264"/>
          </a:xfrm>
        </p:spPr>
        <p:txBody>
          <a:bodyPr/>
          <a:lstStyle/>
          <a:p>
            <a:r>
              <a:rPr lang="en-US" sz="1800" dirty="0">
                <a:effectLst/>
                <a:latin typeface="Segoe UI" panose="020B0502040204020203" pitchFamily="34" charset="0"/>
              </a:rPr>
              <a:t>As we can see the in this picture, the Content Campaign that resonates most with Apple’s Audience are –</a:t>
            </a:r>
          </a:p>
          <a:p>
            <a:pPr marL="342900" indent="-342900">
              <a:buFont typeface="+mj-lt"/>
              <a:buAutoNum type="arabicPeriod"/>
            </a:pPr>
            <a:r>
              <a:rPr lang="en-US" dirty="0">
                <a:latin typeface="Segoe UI" panose="020B0502040204020203" pitchFamily="34" charset="0"/>
              </a:rPr>
              <a:t>Apple Watch Ultra 2 Launch(Health &amp; Fitness)</a:t>
            </a:r>
          </a:p>
          <a:p>
            <a:pPr marL="342900" indent="-342900">
              <a:buFont typeface="+mj-lt"/>
              <a:buAutoNum type="arabicPeriod"/>
            </a:pPr>
            <a:r>
              <a:rPr lang="en-US" dirty="0" err="1">
                <a:latin typeface="Segoe UI" panose="020B0502040204020203" pitchFamily="34" charset="0"/>
              </a:rPr>
              <a:t>Iphone</a:t>
            </a:r>
            <a:r>
              <a:rPr lang="en-US" dirty="0">
                <a:latin typeface="Segoe UI" panose="020B0502040204020203" pitchFamily="34" charset="0"/>
              </a:rPr>
              <a:t> 16 Launch(Product Launch)</a:t>
            </a:r>
          </a:p>
          <a:p>
            <a:pPr marL="342900" indent="-342900">
              <a:buFont typeface="+mj-lt"/>
              <a:buAutoNum type="arabicPeriod"/>
            </a:pPr>
            <a:r>
              <a:rPr lang="en-US" dirty="0" err="1"/>
              <a:t>Macbook</a:t>
            </a:r>
            <a:r>
              <a:rPr lang="en-US" dirty="0"/>
              <a:t> Air M3 Campaign(Promotion)</a:t>
            </a:r>
            <a:endParaRPr lang="en-US" dirty="0">
              <a:highlight>
                <a:srgbClr val="FFFF00"/>
              </a:highlight>
            </a:endParaRPr>
          </a:p>
        </p:txBody>
      </p:sp>
      <p:pic>
        <p:nvPicPr>
          <p:cNvPr id="5" name="Picture Placeholder 4">
            <a:extLst>
              <a:ext uri="{FF2B5EF4-FFF2-40B4-BE49-F238E27FC236}">
                <a16:creationId xmlns:a16="http://schemas.microsoft.com/office/drawing/2014/main" id="{0854697C-560D-1432-F60B-F90723A1BB50}"/>
              </a:ext>
            </a:extLst>
          </p:cNvPr>
          <p:cNvPicPr preferRelativeResize="0">
            <a:picLocks noGrp="1"/>
          </p:cNvPicPr>
          <p:nvPr>
            <p:ph type="pic" sz="quarter" idx="15"/>
          </p:nvPr>
        </p:nvPicPr>
        <p:blipFill>
          <a:blip r:embed="rId2"/>
          <a:stretch>
            <a:fillRect/>
          </a:stretch>
        </p:blipFill>
        <p:spPr>
          <a:xfrm>
            <a:off x="5220457" y="1317980"/>
            <a:ext cx="5034336" cy="4222039"/>
          </a:xfrm>
        </p:spPr>
      </p:pic>
    </p:spTree>
    <p:extLst>
      <p:ext uri="{BB962C8B-B14F-4D97-AF65-F5344CB8AC3E}">
        <p14:creationId xmlns:p14="http://schemas.microsoft.com/office/powerpoint/2010/main" val="18812600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17D823E-45F8-4F3B-90EB-782ED1EAEBAA}"/>
              </a:ext>
            </a:extLst>
          </p:cNvPr>
          <p:cNvSpPr>
            <a:spLocks noGrp="1"/>
          </p:cNvSpPr>
          <p:nvPr>
            <p:ph type="title"/>
          </p:nvPr>
        </p:nvSpPr>
        <p:spPr>
          <a:xfrm>
            <a:off x="457199" y="2524184"/>
            <a:ext cx="3619501" cy="584775"/>
          </a:xfrm>
        </p:spPr>
        <p:txBody>
          <a:bodyPr anchor="b" anchorCtr="0">
            <a:normAutofit/>
          </a:bodyPr>
          <a:lstStyle/>
          <a:p>
            <a:r>
              <a:rPr lang="en-US" dirty="0"/>
              <a:t>Question 2</a:t>
            </a:r>
          </a:p>
        </p:txBody>
      </p:sp>
      <p:pic>
        <p:nvPicPr>
          <p:cNvPr id="21" name="Picture Placeholder 20">
            <a:extLst>
              <a:ext uri="{FF2B5EF4-FFF2-40B4-BE49-F238E27FC236}">
                <a16:creationId xmlns:a16="http://schemas.microsoft.com/office/drawing/2014/main" id="{2C513605-4F0D-DFCB-1D87-D22A717E9BD2}"/>
              </a:ext>
            </a:extLst>
          </p:cNvPr>
          <p:cNvPicPr preferRelativeResize="0">
            <a:picLocks noGrp="1"/>
          </p:cNvPicPr>
          <p:nvPr>
            <p:ph type="pic" sz="quarter" idx="16"/>
          </p:nvPr>
        </p:nvPicPr>
        <p:blipFill>
          <a:blip r:embed="rId2"/>
          <a:srcRect/>
          <a:stretch/>
        </p:blipFill>
        <p:spPr>
          <a:xfrm>
            <a:off x="5667374" y="213089"/>
            <a:ext cx="6315076" cy="2951176"/>
          </a:xfrm>
        </p:spPr>
      </p:pic>
      <p:sp>
        <p:nvSpPr>
          <p:cNvPr id="26" name="TextBox 25">
            <a:extLst>
              <a:ext uri="{FF2B5EF4-FFF2-40B4-BE49-F238E27FC236}">
                <a16:creationId xmlns:a16="http://schemas.microsoft.com/office/drawing/2014/main" id="{21B749B6-FC26-B873-0B8F-6B465DB5E196}"/>
              </a:ext>
            </a:extLst>
          </p:cNvPr>
          <p:cNvSpPr txBox="1"/>
          <p:nvPr/>
        </p:nvSpPr>
        <p:spPr>
          <a:xfrm>
            <a:off x="457199" y="3749042"/>
            <a:ext cx="6096000" cy="1477328"/>
          </a:xfrm>
          <a:prstGeom prst="rect">
            <a:avLst/>
          </a:prstGeom>
          <a:noFill/>
        </p:spPr>
        <p:txBody>
          <a:bodyPr wrap="square">
            <a:spAutoFit/>
          </a:bodyPr>
          <a:lstStyle/>
          <a:p>
            <a:r>
              <a:rPr lang="en-IN" dirty="0"/>
              <a:t>As seen in the above graph, </a:t>
            </a:r>
            <a:r>
              <a:rPr lang="en-US" dirty="0"/>
              <a:t>Ad spend is not directly correlated to ROI, as campaigns with smaller budgets can also be seen delivering stronger ROI. Thus, the focus should be more on uplifting engagement rates to get higher ROI.</a:t>
            </a:r>
            <a:endParaRPr lang="en-IN" dirty="0"/>
          </a:p>
        </p:txBody>
      </p:sp>
    </p:spTree>
    <p:extLst>
      <p:ext uri="{BB962C8B-B14F-4D97-AF65-F5344CB8AC3E}">
        <p14:creationId xmlns:p14="http://schemas.microsoft.com/office/powerpoint/2010/main" val="12941616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DAD5D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6A8C9-9EB6-43DA-BD3E-58FAC144BF5C}"/>
              </a:ext>
            </a:extLst>
          </p:cNvPr>
          <p:cNvSpPr>
            <a:spLocks noGrp="1"/>
          </p:cNvSpPr>
          <p:nvPr>
            <p:ph type="title"/>
          </p:nvPr>
        </p:nvSpPr>
        <p:spPr>
          <a:xfrm>
            <a:off x="457199" y="914400"/>
            <a:ext cx="5638801" cy="1572126"/>
          </a:xfrm>
        </p:spPr>
        <p:txBody>
          <a:bodyPr/>
          <a:lstStyle/>
          <a:p>
            <a:r>
              <a:rPr lang="en-US" dirty="0"/>
              <a:t>Question 3</a:t>
            </a:r>
          </a:p>
        </p:txBody>
      </p:sp>
      <p:sp>
        <p:nvSpPr>
          <p:cNvPr id="3" name="Text Placeholder 2">
            <a:extLst>
              <a:ext uri="{FF2B5EF4-FFF2-40B4-BE49-F238E27FC236}">
                <a16:creationId xmlns:a16="http://schemas.microsoft.com/office/drawing/2014/main" id="{50EACE68-C884-4900-BA05-58DEA1511030}"/>
              </a:ext>
            </a:extLst>
          </p:cNvPr>
          <p:cNvSpPr>
            <a:spLocks noGrp="1"/>
          </p:cNvSpPr>
          <p:nvPr>
            <p:ph type="body" sz="quarter" idx="14"/>
          </p:nvPr>
        </p:nvSpPr>
        <p:spPr>
          <a:xfrm>
            <a:off x="457199" y="2369968"/>
            <a:ext cx="5202936" cy="3547872"/>
          </a:xfrm>
        </p:spPr>
        <p:txBody>
          <a:bodyPr/>
          <a:lstStyle/>
          <a:p>
            <a:r>
              <a:rPr lang="en-US" dirty="0"/>
              <a:t>Product Launches drive spikes in follower growth rate, as seen in the graph some of the top performing weeks are product launch weeks. This indicates that Product Launches act as a catalyst in boosting follower growth and engagement.</a:t>
            </a:r>
          </a:p>
        </p:txBody>
      </p:sp>
      <p:pic>
        <p:nvPicPr>
          <p:cNvPr id="7" name="Picture Placeholder 6">
            <a:extLst>
              <a:ext uri="{FF2B5EF4-FFF2-40B4-BE49-F238E27FC236}">
                <a16:creationId xmlns:a16="http://schemas.microsoft.com/office/drawing/2014/main" id="{4176E307-8C2F-4787-9905-7583953AA818}"/>
              </a:ext>
            </a:extLst>
          </p:cNvPr>
          <p:cNvPicPr preferRelativeResize="0">
            <a:picLocks noGrp="1"/>
          </p:cNvPicPr>
          <p:nvPr>
            <p:ph type="pic" sz="quarter" idx="15"/>
          </p:nvPr>
        </p:nvPicPr>
        <p:blipFill>
          <a:blip r:embed="rId3"/>
          <a:stretch/>
        </p:blipFill>
        <p:spPr>
          <a:xfrm>
            <a:off x="6172103" y="352425"/>
            <a:ext cx="5715097" cy="3791479"/>
          </a:xfrm>
        </p:spPr>
      </p:pic>
    </p:spTree>
    <p:extLst>
      <p:ext uri="{BB962C8B-B14F-4D97-AF65-F5344CB8AC3E}">
        <p14:creationId xmlns:p14="http://schemas.microsoft.com/office/powerpoint/2010/main" val="29433885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110C83CB-3D9E-4AB8-9D97-83A5221F68DC}"/>
              </a:ext>
            </a:extLst>
          </p:cNvPr>
          <p:cNvSpPr>
            <a:spLocks noGrp="1"/>
          </p:cNvSpPr>
          <p:nvPr>
            <p:ph type="title"/>
          </p:nvPr>
        </p:nvSpPr>
        <p:spPr>
          <a:xfrm>
            <a:off x="1885361" y="1282518"/>
            <a:ext cx="8795208" cy="1543166"/>
          </a:xfrm>
        </p:spPr>
        <p:txBody>
          <a:bodyPr>
            <a:noAutofit/>
          </a:bodyPr>
          <a:lstStyle/>
          <a:p>
            <a:r>
              <a:rPr lang="en-US" sz="1400" cap="none" dirty="0">
                <a:latin typeface="Segoe UI (Body)"/>
                <a:cs typeface="Arial" panose="020B0604020202020204" pitchFamily="34" charset="0"/>
              </a:rPr>
              <a:t>Health &amp; fitness campaigns and product launch campaigns significantly strengthen brand advocacy by reinforcing brand relevance and trust. Platform-specific, relatable content further enhances audience engagement by aligning with how users consume content across channels.</a:t>
            </a:r>
          </a:p>
        </p:txBody>
      </p:sp>
      <p:sp>
        <p:nvSpPr>
          <p:cNvPr id="19" name="TextBox 18">
            <a:extLst>
              <a:ext uri="{FF2B5EF4-FFF2-40B4-BE49-F238E27FC236}">
                <a16:creationId xmlns:a16="http://schemas.microsoft.com/office/drawing/2014/main" id="{CC154440-09D6-7218-D1BD-24E5A155BF7A}"/>
              </a:ext>
            </a:extLst>
          </p:cNvPr>
          <p:cNvSpPr txBox="1"/>
          <p:nvPr/>
        </p:nvSpPr>
        <p:spPr>
          <a:xfrm>
            <a:off x="490194" y="612742"/>
            <a:ext cx="3723587" cy="369332"/>
          </a:xfrm>
          <a:prstGeom prst="rect">
            <a:avLst/>
          </a:prstGeom>
          <a:noFill/>
        </p:spPr>
        <p:txBody>
          <a:bodyPr wrap="square" rtlCol="0">
            <a:spAutoFit/>
          </a:bodyPr>
          <a:lstStyle/>
          <a:p>
            <a:r>
              <a:rPr lang="en-IN" dirty="0"/>
              <a:t>QUESTION 4</a:t>
            </a:r>
          </a:p>
        </p:txBody>
      </p:sp>
      <p:sp>
        <p:nvSpPr>
          <p:cNvPr id="20" name="TextBox 19">
            <a:extLst>
              <a:ext uri="{FF2B5EF4-FFF2-40B4-BE49-F238E27FC236}">
                <a16:creationId xmlns:a16="http://schemas.microsoft.com/office/drawing/2014/main" id="{3E29B072-CDFC-0FFF-BA11-897FD855A2F6}"/>
              </a:ext>
            </a:extLst>
          </p:cNvPr>
          <p:cNvSpPr txBox="1"/>
          <p:nvPr/>
        </p:nvSpPr>
        <p:spPr>
          <a:xfrm>
            <a:off x="1998482" y="3308808"/>
            <a:ext cx="8116479" cy="2266674"/>
          </a:xfrm>
          <a:prstGeom prst="rect">
            <a:avLst/>
          </a:prstGeom>
          <a:noFill/>
        </p:spPr>
        <p:txBody>
          <a:bodyPr wrap="square" rtlCol="0">
            <a:spAutoFit/>
          </a:bodyPr>
          <a:lstStyle/>
          <a:p>
            <a:endParaRPr lang="en-IN" dirty="0"/>
          </a:p>
        </p:txBody>
      </p:sp>
      <p:graphicFrame>
        <p:nvGraphicFramePr>
          <p:cNvPr id="21" name="Table 20">
            <a:extLst>
              <a:ext uri="{FF2B5EF4-FFF2-40B4-BE49-F238E27FC236}">
                <a16:creationId xmlns:a16="http://schemas.microsoft.com/office/drawing/2014/main" id="{1B61839E-FDCC-3FF7-39F8-FA65726F1D69}"/>
              </a:ext>
            </a:extLst>
          </p:cNvPr>
          <p:cNvGraphicFramePr>
            <a:graphicFrameLocks noGrp="1"/>
          </p:cNvGraphicFramePr>
          <p:nvPr>
            <p:extLst>
              <p:ext uri="{D42A27DB-BD31-4B8C-83A1-F6EECF244321}">
                <p14:modId xmlns:p14="http://schemas.microsoft.com/office/powerpoint/2010/main" val="508562041"/>
              </p:ext>
            </p:extLst>
          </p:nvPr>
        </p:nvGraphicFramePr>
        <p:xfrm>
          <a:off x="1665402" y="3429000"/>
          <a:ext cx="8449559" cy="1885361"/>
        </p:xfrm>
        <a:graphic>
          <a:graphicData uri="http://schemas.openxmlformats.org/drawingml/2006/table">
            <a:tbl>
              <a:tblPr>
                <a:tableStyleId>{5C22544A-7EE6-4342-B048-85BDC9FD1C3A}</a:tableStyleId>
              </a:tblPr>
              <a:tblGrid>
                <a:gridCol w="1190078">
                  <a:extLst>
                    <a:ext uri="{9D8B030D-6E8A-4147-A177-3AD203B41FA5}">
                      <a16:colId xmlns:a16="http://schemas.microsoft.com/office/drawing/2014/main" val="2343177334"/>
                    </a:ext>
                  </a:extLst>
                </a:gridCol>
                <a:gridCol w="3111207">
                  <a:extLst>
                    <a:ext uri="{9D8B030D-6E8A-4147-A177-3AD203B41FA5}">
                      <a16:colId xmlns:a16="http://schemas.microsoft.com/office/drawing/2014/main" val="3530828036"/>
                    </a:ext>
                  </a:extLst>
                </a:gridCol>
                <a:gridCol w="918061">
                  <a:extLst>
                    <a:ext uri="{9D8B030D-6E8A-4147-A177-3AD203B41FA5}">
                      <a16:colId xmlns:a16="http://schemas.microsoft.com/office/drawing/2014/main" val="2167129479"/>
                    </a:ext>
                  </a:extLst>
                </a:gridCol>
                <a:gridCol w="2074136">
                  <a:extLst>
                    <a:ext uri="{9D8B030D-6E8A-4147-A177-3AD203B41FA5}">
                      <a16:colId xmlns:a16="http://schemas.microsoft.com/office/drawing/2014/main" val="347369256"/>
                    </a:ext>
                  </a:extLst>
                </a:gridCol>
                <a:gridCol w="1156077">
                  <a:extLst>
                    <a:ext uri="{9D8B030D-6E8A-4147-A177-3AD203B41FA5}">
                      <a16:colId xmlns:a16="http://schemas.microsoft.com/office/drawing/2014/main" val="4133550609"/>
                    </a:ext>
                  </a:extLst>
                </a:gridCol>
              </a:tblGrid>
              <a:tr h="373956">
                <a:tc>
                  <a:txBody>
                    <a:bodyPr/>
                    <a:lstStyle/>
                    <a:p>
                      <a:pPr algn="l" fontAlgn="b">
                        <a:buNone/>
                      </a:pPr>
                      <a:r>
                        <a:rPr lang="en-IN" sz="1100" u="none" strike="noStrike">
                          <a:effectLst/>
                        </a:rPr>
                        <a:t>Youtube</a:t>
                      </a:r>
                      <a:endParaRPr lang="en-IN" sz="1100" b="0" i="0" u="none" strike="noStrike">
                        <a:solidFill>
                          <a:srgbClr val="000000"/>
                        </a:solidFill>
                        <a:effectLst/>
                        <a:latin typeface="Calibri" panose="020F0502020204030204" pitchFamily="34" charset="0"/>
                      </a:endParaRPr>
                    </a:p>
                  </a:txBody>
                  <a:tcPr marL="7620" marR="7620" marT="7620" marB="0" anchor="b"/>
                </a:tc>
                <a:tc gridSpan="2">
                  <a:txBody>
                    <a:bodyPr/>
                    <a:lstStyle/>
                    <a:p>
                      <a:pPr algn="l" fontAlgn="b">
                        <a:buNone/>
                      </a:pPr>
                      <a:r>
                        <a:rPr lang="en-US" sz="1100" u="none" strike="noStrike">
                          <a:effectLst/>
                        </a:rPr>
                        <a:t>Videos - Health and Fitness and sustainability Branding ads</a:t>
                      </a:r>
                      <a:endParaRPr lang="en-US" sz="1100" b="0" i="0" u="none" strike="noStrike">
                        <a:solidFill>
                          <a:srgbClr val="000000"/>
                        </a:solidFill>
                        <a:effectLst/>
                        <a:latin typeface="Calibri" panose="020F0502020204030204" pitchFamily="34" charset="0"/>
                      </a:endParaRPr>
                    </a:p>
                  </a:txBody>
                  <a:tcPr marL="7620" marR="7620" marT="7620" marB="0" anchor="b"/>
                </a:tc>
                <a:tc hMerge="1">
                  <a:txBody>
                    <a:bodyPr/>
                    <a:lstStyle/>
                    <a:p>
                      <a:endParaRPr lang="en-IN"/>
                    </a:p>
                  </a:txBody>
                  <a:tcPr/>
                </a:tc>
                <a:tc>
                  <a:txBody>
                    <a:bodyPr/>
                    <a:lstStyle/>
                    <a:p>
                      <a:pPr algn="l" fontAlgn="b">
                        <a:buNone/>
                      </a:pPr>
                      <a:r>
                        <a:rPr lang="en-IN" sz="1100" u="none" strike="noStrike">
                          <a:effectLst/>
                        </a:rPr>
                        <a:t> </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IN" sz="1100" u="none" strike="noStrike">
                          <a:effectLst/>
                        </a:rPr>
                        <a:t> </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104504812"/>
                  </a:ext>
                </a:extLst>
              </a:tr>
              <a:tr h="373956">
                <a:tc>
                  <a:txBody>
                    <a:bodyPr/>
                    <a:lstStyle/>
                    <a:p>
                      <a:pPr algn="l" fontAlgn="b">
                        <a:buNone/>
                      </a:pPr>
                      <a:r>
                        <a:rPr lang="en-IN" sz="1100" u="none" strike="noStrike">
                          <a:effectLst/>
                        </a:rPr>
                        <a:t>Instagram</a:t>
                      </a:r>
                      <a:endParaRPr lang="en-IN" sz="1100" b="0" i="0" u="none" strike="noStrike">
                        <a:solidFill>
                          <a:srgbClr val="000000"/>
                        </a:solidFill>
                        <a:effectLst/>
                        <a:latin typeface="Calibri" panose="020F0502020204030204" pitchFamily="34" charset="0"/>
                      </a:endParaRPr>
                    </a:p>
                  </a:txBody>
                  <a:tcPr marL="7620" marR="7620" marT="7620" marB="0" anchor="b"/>
                </a:tc>
                <a:tc gridSpan="3">
                  <a:txBody>
                    <a:bodyPr/>
                    <a:lstStyle/>
                    <a:p>
                      <a:pPr algn="l" fontAlgn="b">
                        <a:buNone/>
                      </a:pPr>
                      <a:r>
                        <a:rPr lang="en-US" sz="1100" u="none" strike="noStrike">
                          <a:effectLst/>
                        </a:rPr>
                        <a:t>Videos(Reels) - Health and Fitness and sustainability, increase engagement on Images</a:t>
                      </a:r>
                      <a:endParaRPr lang="en-US" sz="1100" b="0" i="0" u="none" strike="noStrike">
                        <a:solidFill>
                          <a:srgbClr val="000000"/>
                        </a:solidFill>
                        <a:effectLst/>
                        <a:latin typeface="Calibri" panose="020F0502020204030204" pitchFamily="34" charset="0"/>
                      </a:endParaRPr>
                    </a:p>
                  </a:txBody>
                  <a:tcPr marL="7620" marR="7620" marT="7620" marB="0" anchor="b"/>
                </a:tc>
                <a:tc hMerge="1">
                  <a:txBody>
                    <a:bodyPr/>
                    <a:lstStyle/>
                    <a:p>
                      <a:endParaRPr lang="en-IN"/>
                    </a:p>
                  </a:txBody>
                  <a:tcPr/>
                </a:tc>
                <a:tc hMerge="1">
                  <a:txBody>
                    <a:bodyPr/>
                    <a:lstStyle/>
                    <a:p>
                      <a:endParaRPr lang="en-IN"/>
                    </a:p>
                  </a:txBody>
                  <a:tcPr/>
                </a:tc>
                <a:tc>
                  <a:txBody>
                    <a:bodyPr/>
                    <a:lstStyle/>
                    <a:p>
                      <a:pPr algn="l" fontAlgn="b">
                        <a:buNone/>
                      </a:pPr>
                      <a:r>
                        <a:rPr lang="en-IN" sz="1100" u="none" strike="noStrike">
                          <a:effectLst/>
                        </a:rPr>
                        <a:t> </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45260265"/>
                  </a:ext>
                </a:extLst>
              </a:tr>
              <a:tr h="373956">
                <a:tc>
                  <a:txBody>
                    <a:bodyPr/>
                    <a:lstStyle/>
                    <a:p>
                      <a:pPr algn="l" fontAlgn="b">
                        <a:buNone/>
                      </a:pPr>
                      <a:r>
                        <a:rPr lang="en-IN" sz="1100" u="none" strike="noStrike">
                          <a:effectLst/>
                        </a:rPr>
                        <a:t>Twitter</a:t>
                      </a:r>
                      <a:endParaRPr lang="en-IN" sz="1100" b="0" i="0" u="none" strike="noStrike">
                        <a:solidFill>
                          <a:srgbClr val="000000"/>
                        </a:solidFill>
                        <a:effectLst/>
                        <a:latin typeface="Calibri" panose="020F0502020204030204" pitchFamily="34" charset="0"/>
                      </a:endParaRPr>
                    </a:p>
                  </a:txBody>
                  <a:tcPr marL="7620" marR="7620" marT="7620" marB="0" anchor="b"/>
                </a:tc>
                <a:tc gridSpan="4">
                  <a:txBody>
                    <a:bodyPr/>
                    <a:lstStyle/>
                    <a:p>
                      <a:pPr algn="l" fontAlgn="b">
                        <a:buNone/>
                      </a:pPr>
                      <a:r>
                        <a:rPr lang="en-US" sz="1100" u="none" strike="noStrike">
                          <a:effectLst/>
                        </a:rPr>
                        <a:t>Videos for Reach(need to work on making the content relatable for the audience to engage w it more)</a:t>
                      </a:r>
                      <a:endParaRPr lang="en-US" sz="1100" b="0" i="0" u="none" strike="noStrike">
                        <a:solidFill>
                          <a:srgbClr val="000000"/>
                        </a:solidFill>
                        <a:effectLst/>
                        <a:latin typeface="Calibri" panose="020F0502020204030204" pitchFamily="34" charset="0"/>
                      </a:endParaRPr>
                    </a:p>
                  </a:txBody>
                  <a:tcPr marL="7620" marR="7620" marT="7620" marB="0" anchor="b"/>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663451246"/>
                  </a:ext>
                </a:extLst>
              </a:tr>
              <a:tr h="373956">
                <a:tc>
                  <a:txBody>
                    <a:bodyPr/>
                    <a:lstStyle/>
                    <a:p>
                      <a:pPr algn="l" fontAlgn="b">
                        <a:buNone/>
                      </a:pPr>
                      <a:r>
                        <a:rPr lang="en-IN" sz="1100" u="none" strike="noStrike">
                          <a:effectLst/>
                        </a:rPr>
                        <a:t> </a:t>
                      </a:r>
                      <a:endParaRPr lang="en-IN" sz="1100" b="0" i="0" u="none" strike="noStrike">
                        <a:solidFill>
                          <a:srgbClr val="000000"/>
                        </a:solidFill>
                        <a:effectLst/>
                        <a:latin typeface="Calibri" panose="020F0502020204030204" pitchFamily="34" charset="0"/>
                      </a:endParaRPr>
                    </a:p>
                  </a:txBody>
                  <a:tcPr marL="7620" marR="7620" marT="7620" marB="0" anchor="b"/>
                </a:tc>
                <a:tc gridSpan="3">
                  <a:txBody>
                    <a:bodyPr/>
                    <a:lstStyle/>
                    <a:p>
                      <a:pPr algn="l" fontAlgn="b">
                        <a:buNone/>
                      </a:pPr>
                      <a:r>
                        <a:rPr lang="en-US" sz="1100" u="none" strike="noStrike">
                          <a:effectLst/>
                        </a:rPr>
                        <a:t>and images for engagement - need to work on increasing their reach</a:t>
                      </a:r>
                      <a:endParaRPr lang="en-US" sz="1100" b="0" i="0" u="none" strike="noStrike">
                        <a:solidFill>
                          <a:srgbClr val="000000"/>
                        </a:solidFill>
                        <a:effectLst/>
                        <a:latin typeface="Calibri" panose="020F0502020204030204" pitchFamily="34" charset="0"/>
                      </a:endParaRPr>
                    </a:p>
                  </a:txBody>
                  <a:tcPr marL="7620" marR="7620" marT="7620" marB="0" anchor="b"/>
                </a:tc>
                <a:tc hMerge="1">
                  <a:txBody>
                    <a:bodyPr/>
                    <a:lstStyle/>
                    <a:p>
                      <a:endParaRPr lang="en-IN"/>
                    </a:p>
                  </a:txBody>
                  <a:tcPr/>
                </a:tc>
                <a:tc hMerge="1">
                  <a:txBody>
                    <a:bodyPr/>
                    <a:lstStyle/>
                    <a:p>
                      <a:endParaRPr lang="en-IN"/>
                    </a:p>
                  </a:txBody>
                  <a:tcPr/>
                </a:tc>
                <a:tc>
                  <a:txBody>
                    <a:bodyPr/>
                    <a:lstStyle/>
                    <a:p>
                      <a:pPr algn="l" fontAlgn="b">
                        <a:buNone/>
                      </a:pPr>
                      <a:r>
                        <a:rPr lang="en-IN" sz="1100" u="none" strike="noStrike">
                          <a:effectLst/>
                        </a:rPr>
                        <a:t> </a:t>
                      </a:r>
                      <a:endParaRPr lang="en-IN"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3810693776"/>
                  </a:ext>
                </a:extLst>
              </a:tr>
              <a:tr h="389537">
                <a:tc>
                  <a:txBody>
                    <a:bodyPr/>
                    <a:lstStyle/>
                    <a:p>
                      <a:pPr algn="l" fontAlgn="b">
                        <a:buNone/>
                      </a:pPr>
                      <a:r>
                        <a:rPr lang="en-IN" sz="1100" u="none" strike="noStrike">
                          <a:effectLst/>
                        </a:rPr>
                        <a:t>LinkedIn</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US" sz="1100" u="none" strike="noStrike">
                          <a:effectLst/>
                        </a:rPr>
                        <a:t>Videos for Positive Health Benefits posts. </a:t>
                      </a:r>
                      <a:endParaRPr lang="en-US"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IN" sz="1100" u="none" strike="noStrike">
                          <a:effectLst/>
                        </a:rPr>
                        <a:t> </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IN" sz="1100" u="none" strike="noStrike">
                          <a:effectLst/>
                        </a:rPr>
                        <a:t> </a:t>
                      </a:r>
                      <a:endParaRPr lang="en-IN" sz="1100" b="0" i="0" u="none" strike="noStrike">
                        <a:solidFill>
                          <a:srgbClr val="000000"/>
                        </a:solidFill>
                        <a:effectLst/>
                        <a:latin typeface="Calibri" panose="020F0502020204030204" pitchFamily="34" charset="0"/>
                      </a:endParaRPr>
                    </a:p>
                  </a:txBody>
                  <a:tcPr marL="7620" marR="7620" marT="7620" marB="0" anchor="b"/>
                </a:tc>
                <a:tc>
                  <a:txBody>
                    <a:bodyPr/>
                    <a:lstStyle/>
                    <a:p>
                      <a:pPr algn="l" fontAlgn="b">
                        <a:buNone/>
                      </a:pPr>
                      <a:r>
                        <a:rPr lang="en-IN" sz="1100" u="none" strike="noStrike" dirty="0">
                          <a:effectLst/>
                        </a:rPr>
                        <a:t> </a:t>
                      </a:r>
                      <a:endParaRPr lang="en-IN"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128421287"/>
                  </a:ext>
                </a:extLst>
              </a:tr>
            </a:tbl>
          </a:graphicData>
        </a:graphic>
      </p:graphicFrame>
    </p:spTree>
    <p:extLst>
      <p:ext uri="{BB962C8B-B14F-4D97-AF65-F5344CB8AC3E}">
        <p14:creationId xmlns:p14="http://schemas.microsoft.com/office/powerpoint/2010/main" val="31068320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6A8C9-9EB6-43DA-BD3E-58FAC144BF5C}"/>
              </a:ext>
            </a:extLst>
          </p:cNvPr>
          <p:cNvSpPr>
            <a:spLocks noGrp="1"/>
          </p:cNvSpPr>
          <p:nvPr>
            <p:ph type="title"/>
          </p:nvPr>
        </p:nvSpPr>
        <p:spPr>
          <a:xfrm>
            <a:off x="457199" y="914400"/>
            <a:ext cx="5605272" cy="1572126"/>
          </a:xfrm>
        </p:spPr>
        <p:txBody>
          <a:bodyPr anchor="ctr" anchorCtr="0"/>
          <a:lstStyle/>
          <a:p>
            <a:r>
              <a:rPr lang="en-US" dirty="0"/>
              <a:t>insights </a:t>
            </a:r>
          </a:p>
        </p:txBody>
      </p:sp>
      <p:sp>
        <p:nvSpPr>
          <p:cNvPr id="3" name="Text Placeholder 2">
            <a:extLst>
              <a:ext uri="{FF2B5EF4-FFF2-40B4-BE49-F238E27FC236}">
                <a16:creationId xmlns:a16="http://schemas.microsoft.com/office/drawing/2014/main" id="{50EACE68-C884-4900-BA05-58DEA1511030}"/>
              </a:ext>
            </a:extLst>
          </p:cNvPr>
          <p:cNvSpPr>
            <a:spLocks noGrp="1"/>
          </p:cNvSpPr>
          <p:nvPr>
            <p:ph type="body" sz="quarter" idx="14"/>
          </p:nvPr>
        </p:nvSpPr>
        <p:spPr>
          <a:xfrm>
            <a:off x="603504" y="3333750"/>
            <a:ext cx="10616946" cy="2781300"/>
          </a:xfrm>
        </p:spPr>
        <p:txBody>
          <a:bodyPr/>
          <a:lstStyle/>
          <a:p>
            <a:pPr marL="285750" indent="-285750">
              <a:buFont typeface="Arial" panose="020B0604020202020204" pitchFamily="34" charset="0"/>
              <a:buChar char="•"/>
            </a:pPr>
            <a:r>
              <a:rPr lang="en-US" dirty="0"/>
              <a:t>Apple’s audience responds most strongly to Health &amp; Fitness and Product Launch campaigns</a:t>
            </a:r>
          </a:p>
          <a:p>
            <a:pPr marL="285750" indent="-285750">
              <a:buFont typeface="Arial" panose="020B0604020202020204" pitchFamily="34" charset="0"/>
              <a:buChar char="•"/>
            </a:pPr>
            <a:r>
              <a:rPr lang="en-US" dirty="0"/>
              <a:t>Ad spend does not directly determine ROI. Increasing engagement uplift is the primary lever for improving ROI.</a:t>
            </a:r>
          </a:p>
          <a:p>
            <a:pPr marL="285750" indent="-285750">
              <a:buFont typeface="Arial" panose="020B0604020202020204" pitchFamily="34" charset="0"/>
              <a:buChar char="•"/>
            </a:pPr>
            <a:r>
              <a:rPr lang="en-US" dirty="0"/>
              <a:t>Product launches act as clear growth catalysts</a:t>
            </a:r>
          </a:p>
          <a:p>
            <a:pPr marL="285750" indent="-285750">
              <a:buFont typeface="Arial" panose="020B0604020202020204" pitchFamily="34" charset="0"/>
              <a:buChar char="•"/>
            </a:pPr>
            <a:r>
              <a:rPr lang="en-US" dirty="0"/>
              <a:t>Health &amp; fitness and launch-driven campaigns reinforce brand relevance and trust, while relatable, platform-specific content sustains customer loyalty and strengthens long-term brand advocacy.</a:t>
            </a:r>
          </a:p>
        </p:txBody>
      </p:sp>
      <p:pic>
        <p:nvPicPr>
          <p:cNvPr id="7" name="Picture Placeholder 6">
            <a:extLst>
              <a:ext uri="{FF2B5EF4-FFF2-40B4-BE49-F238E27FC236}">
                <a16:creationId xmlns:a16="http://schemas.microsoft.com/office/drawing/2014/main" id="{AA3793BC-B818-F585-82E0-E8A4014435B9}"/>
              </a:ext>
            </a:extLst>
          </p:cNvPr>
          <p:cNvPicPr>
            <a:picLocks noGrp="1"/>
          </p:cNvPicPr>
          <p:nvPr>
            <p:ph type="pic" sz="quarter" idx="15"/>
          </p:nvPr>
        </p:nvPicPr>
        <p:blipFill>
          <a:blip r:embed="rId2">
            <a:extLst>
              <a:ext uri="{837473B0-CC2E-450A-ABE3-18F120FF3D39}">
                <a1611:picAttrSrcUrl xmlns:a1611="http://schemas.microsoft.com/office/drawing/2016/11/main" r:id="rId3"/>
              </a:ext>
            </a:extLst>
          </a:blip>
          <a:stretch>
            <a:fillRect/>
          </a:stretch>
        </p:blipFill>
        <p:spPr>
          <a:xfrm>
            <a:off x="7081723" y="422576"/>
            <a:ext cx="4724054" cy="2555773"/>
          </a:xfrm>
        </p:spPr>
      </p:pic>
    </p:spTree>
    <p:extLst>
      <p:ext uri="{BB962C8B-B14F-4D97-AF65-F5344CB8AC3E}">
        <p14:creationId xmlns:p14="http://schemas.microsoft.com/office/powerpoint/2010/main" val="16461389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a:extLst>
              <a:ext uri="{FF2B5EF4-FFF2-40B4-BE49-F238E27FC236}">
                <a16:creationId xmlns:a16="http://schemas.microsoft.com/office/drawing/2014/main" id="{B4487602-321C-5313-52DC-55D0904B1076}"/>
              </a:ext>
            </a:extLst>
          </p:cNvPr>
          <p:cNvPicPr>
            <a:picLocks noGrp="1"/>
          </p:cNvPicPr>
          <p:nvPr>
            <p:ph type="pic" sz="quarter" idx="15"/>
          </p:nvPr>
        </p:nvPicPr>
        <p:blipFill>
          <a:blip r:embed="rId2">
            <a:extLst>
              <a:ext uri="{837473B0-CC2E-450A-ABE3-18F120FF3D39}">
                <a1611:picAttrSrcUrl xmlns:a1611="http://schemas.microsoft.com/office/drawing/2016/11/main" r:id="rId3"/>
              </a:ext>
            </a:extLst>
          </a:blip>
          <a:stretch>
            <a:fillRect/>
          </a:stretch>
        </p:blipFill>
        <p:spPr>
          <a:xfrm>
            <a:off x="0" y="0"/>
            <a:ext cx="12192000" cy="6857999"/>
          </a:xfrm>
        </p:spPr>
      </p:pic>
    </p:spTree>
    <p:extLst>
      <p:ext uri="{BB962C8B-B14F-4D97-AF65-F5344CB8AC3E}">
        <p14:creationId xmlns:p14="http://schemas.microsoft.com/office/powerpoint/2010/main" val="366443420"/>
      </p:ext>
    </p:extLst>
  </p:cSld>
  <p:clrMapOvr>
    <a:masterClrMapping/>
  </p:clrMapOvr>
</p:sld>
</file>

<file path=ppt/theme/theme1.xml><?xml version="1.0" encoding="utf-8"?>
<a:theme xmlns:a="http://schemas.openxmlformats.org/drawingml/2006/main" name="Balancing Act">
  <a:themeElements>
    <a:clrScheme name="Balancing Act">
      <a:dk1>
        <a:sysClr val="windowText" lastClr="000000"/>
      </a:dk1>
      <a:lt1>
        <a:sysClr val="window" lastClr="FFFFFF"/>
      </a:lt1>
      <a:dk2>
        <a:srgbClr val="8A4C5D"/>
      </a:dk2>
      <a:lt2>
        <a:srgbClr val="9E838E"/>
      </a:lt2>
      <a:accent1>
        <a:srgbClr val="C6ADB0"/>
      </a:accent1>
      <a:accent2>
        <a:srgbClr val="E3C0BF"/>
      </a:accent2>
      <a:accent3>
        <a:srgbClr val="D4937F"/>
      </a:accent3>
      <a:accent4>
        <a:srgbClr val="CCB87E"/>
      </a:accent4>
      <a:accent5>
        <a:srgbClr val="6667AB"/>
      </a:accent5>
      <a:accent6>
        <a:srgbClr val="86A094"/>
      </a:accent6>
      <a:hlink>
        <a:srgbClr val="0563C1"/>
      </a:hlink>
      <a:folHlink>
        <a:srgbClr val="954F72"/>
      </a:folHlink>
    </a:clrScheme>
    <a:fontScheme name="Custom 15">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antone template_Win32_v5.potx" id="{0B6ADF6A-1AB9-4B5E-8A87-5E88E283A9E8}" vid="{98AF5320-421A-4856-A75D-6587C36D5470}"/>
    </a:ext>
  </a:extLst>
</a:theme>
</file>

<file path=ppt/theme/theme2.xml><?xml version="1.0" encoding="utf-8"?>
<a:theme xmlns:a="http://schemas.openxmlformats.org/drawingml/2006/main" name="Wellspring">
  <a:themeElements>
    <a:clrScheme name="Wellspring">
      <a:dk1>
        <a:sysClr val="windowText" lastClr="000000"/>
      </a:dk1>
      <a:lt1>
        <a:sysClr val="window" lastClr="FFFFFF"/>
      </a:lt1>
      <a:dk2>
        <a:srgbClr val="A1CAC9"/>
      </a:dk2>
      <a:lt2>
        <a:srgbClr val="48996B"/>
      </a:lt2>
      <a:accent1>
        <a:srgbClr val="759F51"/>
      </a:accent1>
      <a:accent2>
        <a:srgbClr val="436A2F"/>
      </a:accent2>
      <a:accent3>
        <a:srgbClr val="CFBF54"/>
      </a:accent3>
      <a:accent4>
        <a:srgbClr val="B3832F"/>
      </a:accent4>
      <a:accent5>
        <a:srgbClr val="8C5896"/>
      </a:accent5>
      <a:accent6>
        <a:srgbClr val="6667AB"/>
      </a:accent6>
      <a:hlink>
        <a:srgbClr val="0563C1"/>
      </a:hlink>
      <a:folHlink>
        <a:srgbClr val="954F72"/>
      </a:folHlink>
    </a:clrScheme>
    <a:fontScheme name="Custom 15">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antone template_Win32_v5.potx" id="{0B6ADF6A-1AB9-4B5E-8A87-5E88E283A9E8}" vid="{6E2187FA-78B5-42F2-9074-40D4C2C1399B}"/>
    </a:ext>
  </a:extLst>
</a:theme>
</file>

<file path=ppt/theme/theme3.xml><?xml version="1.0" encoding="utf-8"?>
<a:theme xmlns:a="http://schemas.openxmlformats.org/drawingml/2006/main" name="Star of the show">
  <a:themeElements>
    <a:clrScheme name="Star of the show">
      <a:dk1>
        <a:sysClr val="windowText" lastClr="000000"/>
      </a:dk1>
      <a:lt1>
        <a:sysClr val="window" lastClr="FFFFFF"/>
      </a:lt1>
      <a:dk2>
        <a:srgbClr val="29282D"/>
      </a:dk2>
      <a:lt2>
        <a:srgbClr val="625C60"/>
      </a:lt2>
      <a:accent1>
        <a:srgbClr val="7C6560"/>
      </a:accent1>
      <a:accent2>
        <a:srgbClr val="AEA392"/>
      </a:accent2>
      <a:accent3>
        <a:srgbClr val="DBD4D0"/>
      </a:accent3>
      <a:accent4>
        <a:srgbClr val="8E7961"/>
      </a:accent4>
      <a:accent5>
        <a:srgbClr val="F0EDE8"/>
      </a:accent5>
      <a:accent6>
        <a:srgbClr val="6667AB"/>
      </a:accent6>
      <a:hlink>
        <a:srgbClr val="0563C1"/>
      </a:hlink>
      <a:folHlink>
        <a:srgbClr val="954F72"/>
      </a:folHlink>
    </a:clrScheme>
    <a:fontScheme name="Custom 15">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antone template_Win32_v5.potx" id="{0B6ADF6A-1AB9-4B5E-8A87-5E88E283A9E8}" vid="{CED26E1E-587B-4123-A4F9-DB49A037FBB9}"/>
    </a:ext>
  </a:extLst>
</a:theme>
</file>

<file path=ppt/theme/theme4.xml><?xml version="1.0" encoding="utf-8"?>
<a:theme xmlns:a="http://schemas.openxmlformats.org/drawingml/2006/main" name="Amusements">
  <a:themeElements>
    <a:clrScheme name="Amusements">
      <a:dk1>
        <a:sysClr val="windowText" lastClr="000000"/>
      </a:dk1>
      <a:lt1>
        <a:sysClr val="window" lastClr="FFFFFF"/>
      </a:lt1>
      <a:dk2>
        <a:srgbClr val="D77E6F"/>
      </a:dk2>
      <a:lt2>
        <a:srgbClr val="6667AB"/>
      </a:lt2>
      <a:accent1>
        <a:srgbClr val="B38F6A"/>
      </a:accent1>
      <a:accent2>
        <a:srgbClr val="D75078"/>
      </a:accent2>
      <a:accent3>
        <a:srgbClr val="E288B6"/>
      </a:accent3>
      <a:accent4>
        <a:srgbClr val="E9445D"/>
      </a:accent4>
      <a:accent5>
        <a:srgbClr val="EEC272"/>
      </a:accent5>
      <a:accent6>
        <a:srgbClr val="85A0A9"/>
      </a:accent6>
      <a:hlink>
        <a:srgbClr val="0563C1"/>
      </a:hlink>
      <a:folHlink>
        <a:srgbClr val="954F72"/>
      </a:folHlink>
    </a:clrScheme>
    <a:fontScheme name="Custom 15">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antone template_Win32_v5.potx" id="{0B6ADF6A-1AB9-4B5E-8A87-5E88E283A9E8}" vid="{573AD6BE-256C-44EB-886C-5713CB0A8D47}"/>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{B0520EA7-03D1-45AB-82EC-F4A3AEE08F53}tf78479028_win32</Template>
  <TotalTime>194</TotalTime>
  <Words>414</Words>
  <Application>Microsoft Office PowerPoint</Application>
  <PresentationFormat>Widescreen</PresentationFormat>
  <Paragraphs>53</Paragraphs>
  <Slides>10</Slides>
  <Notes>4</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10</vt:i4>
      </vt:variant>
    </vt:vector>
  </HeadingPairs>
  <TitlesOfParts>
    <vt:vector size="20" baseType="lpstr">
      <vt:lpstr>Arial</vt:lpstr>
      <vt:lpstr>Calibri</vt:lpstr>
      <vt:lpstr>Segoe UI</vt:lpstr>
      <vt:lpstr>Segoe UI (Body)</vt:lpstr>
      <vt:lpstr>Segoe UI Light</vt:lpstr>
      <vt:lpstr>Segoe UI Light (Headings)</vt:lpstr>
      <vt:lpstr>Balancing Act</vt:lpstr>
      <vt:lpstr>Wellspring</vt:lpstr>
      <vt:lpstr>Star of the show</vt:lpstr>
      <vt:lpstr>Amusements</vt:lpstr>
      <vt:lpstr>Apple social media analytics for strategic branding.</vt:lpstr>
      <vt:lpstr>PowerPoint Presentation</vt:lpstr>
      <vt:lpstr>Business Objectives</vt:lpstr>
      <vt:lpstr>Questions to answer :</vt:lpstr>
      <vt:lpstr>Question 1 </vt:lpstr>
      <vt:lpstr>Question 2</vt:lpstr>
      <vt:lpstr>Question 3</vt:lpstr>
      <vt:lpstr>Health &amp; fitness campaigns and product launch campaigns significantly strengthen brand advocacy by reinforcing brand relevance and trust. Platform-specific, relatable content further enhances audience engagement by aligning with how users consume content across channels.</vt:lpstr>
      <vt:lpstr>insights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Nandini More</dc:creator>
  <cp:lastModifiedBy>Nandini More</cp:lastModifiedBy>
  <cp:revision>3</cp:revision>
  <dcterms:created xsi:type="dcterms:W3CDTF">2025-11-16T16:46:39Z</dcterms:created>
  <dcterms:modified xsi:type="dcterms:W3CDTF">2025-11-17T17:22:44Z</dcterms:modified>
</cp:coreProperties>
</file>